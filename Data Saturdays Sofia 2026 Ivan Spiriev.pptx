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85" r:id="rId5"/>
    <p:sldId id="277" r:id="rId6"/>
    <p:sldId id="282" r:id="rId7"/>
    <p:sldId id="302" r:id="rId8"/>
    <p:sldId id="286" r:id="rId9"/>
    <p:sldId id="262" r:id="rId10"/>
    <p:sldId id="294" r:id="rId11"/>
    <p:sldId id="300" r:id="rId12"/>
    <p:sldId id="287" r:id="rId13"/>
    <p:sldId id="293" r:id="rId14"/>
    <p:sldId id="299" r:id="rId15"/>
    <p:sldId id="301" r:id="rId16"/>
    <p:sldId id="2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48" userDrawn="1">
          <p15:clr>
            <a:srgbClr val="A4A3A4"/>
          </p15:clr>
        </p15:guide>
        <p15:guide id="2" pos="2664" userDrawn="1">
          <p15:clr>
            <a:srgbClr val="A4A3A4"/>
          </p15:clr>
        </p15:guide>
        <p15:guide id="3" orient="horz" pos="2664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804" autoAdjust="0"/>
  </p:normalViewPr>
  <p:slideViewPr>
    <p:cSldViewPr snapToGrid="0">
      <p:cViewPr varScale="1">
        <p:scale>
          <a:sx n="92" d="100"/>
          <a:sy n="92" d="100"/>
        </p:scale>
        <p:origin x="1194" y="90"/>
      </p:cViewPr>
      <p:guideLst>
        <p:guide orient="horz" pos="3648"/>
        <p:guide pos="2664"/>
        <p:guide orient="horz" pos="2664"/>
        <p:guide orient="horz" pos="32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Spiriev" userId="be5e0c8a-b78d-457c-98ee-94b2083d1757" providerId="ADAL" clId="{FB2456CB-ACF6-4572-8422-8B8CED7D7C2B}"/>
    <pc:docChg chg="undo custSel mod addSld delSld modSld sldOrd modMainMaster modNotesMaster">
      <pc:chgData name="Ivan Spiriev" userId="be5e0c8a-b78d-457c-98ee-94b2083d1757" providerId="ADAL" clId="{FB2456CB-ACF6-4572-8422-8B8CED7D7C2B}" dt="2026-10-10T07:13:42.492" v="358" actId="33475"/>
      <pc:docMkLst>
        <pc:docMk/>
      </pc:docMkLst>
      <pc:sldChg chg="modSp mod">
        <pc:chgData name="Ivan Spiriev" userId="be5e0c8a-b78d-457c-98ee-94b2083d1757" providerId="ADAL" clId="{FB2456CB-ACF6-4572-8422-8B8CED7D7C2B}" dt="2026-10-09T20:44:05.452" v="315" actId="1035"/>
        <pc:sldMkLst>
          <pc:docMk/>
          <pc:sldMk cId="1593920805" sldId="262"/>
        </pc:sldMkLst>
        <pc:spChg chg="mod">
          <ac:chgData name="Ivan Spiriev" userId="be5e0c8a-b78d-457c-98ee-94b2083d1757" providerId="ADAL" clId="{FB2456CB-ACF6-4572-8422-8B8CED7D7C2B}" dt="2026-10-09T20:43:35.834" v="290" actId="20577"/>
          <ac:spMkLst>
            <pc:docMk/>
            <pc:sldMk cId="1593920805" sldId="262"/>
            <ac:spMk id="4" creationId="{BCB14EA2-CBDF-4C65-9598-93DEDB4C9C2E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62"/>
            <ac:spMk id="6" creationId="{DFD82EC7-5ADD-4197-AE50-6BAA12DAE5D3}"/>
          </ac:spMkLst>
        </pc:spChg>
        <pc:spChg chg="mod">
          <ac:chgData name="Ivan Spiriev" userId="be5e0c8a-b78d-457c-98ee-94b2083d1757" providerId="ADAL" clId="{FB2456CB-ACF6-4572-8422-8B8CED7D7C2B}" dt="2026-10-09T19:25:58.087" v="216" actId="1076"/>
          <ac:spMkLst>
            <pc:docMk/>
            <pc:sldMk cId="1593920805" sldId="262"/>
            <ac:spMk id="14" creationId="{090250D0-F728-DAA1-1F3F-407FB625707F}"/>
          </ac:spMkLst>
        </pc:spChg>
        <pc:spChg chg="mod">
          <ac:chgData name="Ivan Spiriev" userId="be5e0c8a-b78d-457c-98ee-94b2083d1757" providerId="ADAL" clId="{FB2456CB-ACF6-4572-8422-8B8CED7D7C2B}" dt="2026-10-09T20:43:38.904" v="292" actId="20577"/>
          <ac:spMkLst>
            <pc:docMk/>
            <pc:sldMk cId="1593920805" sldId="262"/>
            <ac:spMk id="16" creationId="{57840CF9-28E6-E895-AAFE-4F108076CFD9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62"/>
            <ac:spMk id="18" creationId="{213C53F3-76A4-FA01-47D0-E4426A5510C2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62"/>
            <ac:spMk id="20" creationId="{DE1F9555-5FCB-8DE8-A3FC-20DEF07CDEC9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62"/>
            <ac:spMk id="22" creationId="{37981DEC-99F3-67EC-B644-819FB8726884}"/>
          </ac:spMkLst>
        </pc:spChg>
        <pc:spChg chg="mod">
          <ac:chgData name="Ivan Spiriev" userId="be5e0c8a-b78d-457c-98ee-94b2083d1757" providerId="ADAL" clId="{FB2456CB-ACF6-4572-8422-8B8CED7D7C2B}" dt="2026-10-09T20:44:05.452" v="315" actId="1035"/>
          <ac:spMkLst>
            <pc:docMk/>
            <pc:sldMk cId="1593920805" sldId="262"/>
            <ac:spMk id="24" creationId="{4022F430-B460-10A7-165F-41C5A8D0B3C0}"/>
          </ac:spMkLst>
        </pc:spChg>
        <pc:spChg chg="mod">
          <ac:chgData name="Ivan Spiriev" userId="be5e0c8a-b78d-457c-98ee-94b2083d1757" providerId="ADAL" clId="{FB2456CB-ACF6-4572-8422-8B8CED7D7C2B}" dt="2026-10-09T20:44:05.452" v="315" actId="1035"/>
          <ac:spMkLst>
            <pc:docMk/>
            <pc:sldMk cId="1593920805" sldId="262"/>
            <ac:spMk id="26" creationId="{60B97951-1029-9DD0-4F4C-BC461CFB6297}"/>
          </ac:spMkLst>
        </pc:spChg>
      </pc:sldChg>
      <pc:sldChg chg="modSp mod ord">
        <pc:chgData name="Ivan Spiriev" userId="be5e0c8a-b78d-457c-98ee-94b2083d1757" providerId="ADAL" clId="{FB2456CB-ACF6-4572-8422-8B8CED7D7C2B}" dt="2026-10-10T06:03:24.055" v="356"/>
        <pc:sldMkLst>
          <pc:docMk/>
          <pc:sldMk cId="3632800634" sldId="286"/>
        </pc:sldMkLst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3632800634" sldId="286"/>
            <ac:spMk id="2" creationId="{537E1C88-627C-4655-A4FB-0BB02EDB078A}"/>
          </ac:spMkLst>
        </pc:spChg>
        <pc:spChg chg="mod">
          <ac:chgData name="Ivan Spiriev" userId="be5e0c8a-b78d-457c-98ee-94b2083d1757" providerId="ADAL" clId="{FB2456CB-ACF6-4572-8422-8B8CED7D7C2B}" dt="2026-10-09T21:20:06.687" v="316" actId="20577"/>
          <ac:spMkLst>
            <pc:docMk/>
            <pc:sldMk cId="3632800634" sldId="286"/>
            <ac:spMk id="3" creationId="{033634FE-ADF0-4BC3-A0A9-447EA9DD096B}"/>
          </ac:spMkLst>
        </pc:spChg>
      </pc:sldChg>
      <pc:sldChg chg="addSp modSp mod">
        <pc:chgData name="Ivan Spiriev" userId="be5e0c8a-b78d-457c-98ee-94b2083d1757" providerId="ADAL" clId="{FB2456CB-ACF6-4572-8422-8B8CED7D7C2B}" dt="2026-10-10T05:36:27.473" v="331" actId="1076"/>
        <pc:sldMkLst>
          <pc:docMk/>
          <pc:sldMk cId="2546836108" sldId="292"/>
        </pc:sldMkLst>
        <pc:picChg chg="add mod">
          <ac:chgData name="Ivan Spiriev" userId="be5e0c8a-b78d-457c-98ee-94b2083d1757" providerId="ADAL" clId="{FB2456CB-ACF6-4572-8422-8B8CED7D7C2B}" dt="2026-10-10T05:36:27.473" v="331" actId="1076"/>
          <ac:picMkLst>
            <pc:docMk/>
            <pc:sldMk cId="2546836108" sldId="292"/>
            <ac:picMk id="7" creationId="{159AD835-AA8A-67CE-F7BB-1B451524A5E8}"/>
          </ac:picMkLst>
        </pc:picChg>
      </pc:sldChg>
      <pc:sldChg chg="modSp mod">
        <pc:chgData name="Ivan Spiriev" userId="be5e0c8a-b78d-457c-98ee-94b2083d1757" providerId="ADAL" clId="{FB2456CB-ACF6-4572-8422-8B8CED7D7C2B}" dt="2026-10-09T20:07:33.163" v="241" actId="26606"/>
        <pc:sldMkLst>
          <pc:docMk/>
          <pc:sldMk cId="76294478" sldId="293"/>
        </pc:sldMkLst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293"/>
            <ac:spMk id="2" creationId="{2C73ACB0-C882-7161-F5BB-8D1DD1F5B9DE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293"/>
            <ac:spMk id="3" creationId="{A9986275-4AEA-9189-E824-F31CF85257DD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293"/>
            <ac:spMk id="6" creationId="{2742E6EC-DE2F-E02E-6834-A1377C4D992B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293"/>
            <ac:spMk id="7" creationId="{37CC4747-0531-DF82-0DEA-87D802BC3346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293"/>
            <ac:spMk id="8" creationId="{006CCAB2-1590-3311-AC15-4ECAA34A302F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293"/>
            <ac:spMk id="9" creationId="{E08A696D-B6D8-F9F7-537C-A0F04A58C49A}"/>
          </ac:spMkLst>
        </pc:spChg>
      </pc:sldChg>
      <pc:sldChg chg="modSp mod modNotes">
        <pc:chgData name="Ivan Spiriev" userId="be5e0c8a-b78d-457c-98ee-94b2083d1757" providerId="ADAL" clId="{FB2456CB-ACF6-4572-8422-8B8CED7D7C2B}" dt="2026-10-09T21:49:41.998" v="325" actId="26606"/>
        <pc:sldMkLst>
          <pc:docMk/>
          <pc:sldMk cId="4007836825" sldId="294"/>
        </pc:sldMkLst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4007836825" sldId="294"/>
            <ac:spMk id="3" creationId="{A7E490D0-8995-ABFF-185D-C9078A6041C9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4007836825" sldId="294"/>
            <ac:spMk id="4" creationId="{45D5A6BB-25C3-DFC0-4E56-C9E936B3704B}"/>
          </ac:spMkLst>
        </pc:spChg>
        <pc:spChg chg="mod">
          <ac:chgData name="Ivan Spiriev" userId="be5e0c8a-b78d-457c-98ee-94b2083d1757" providerId="ADAL" clId="{FB2456CB-ACF6-4572-8422-8B8CED7D7C2B}" dt="2026-10-09T19:47:29.838" v="240" actId="27636"/>
          <ac:spMkLst>
            <pc:docMk/>
            <pc:sldMk cId="4007836825" sldId="294"/>
            <ac:spMk id="5" creationId="{2CF3EB35-BDDA-A4E4-A5F7-BCD2B4853811}"/>
          </ac:spMkLst>
        </pc:spChg>
        <pc:spChg chg="mod">
          <ac:chgData name="Ivan Spiriev" userId="be5e0c8a-b78d-457c-98ee-94b2083d1757" providerId="ADAL" clId="{FB2456CB-ACF6-4572-8422-8B8CED7D7C2B}" dt="2026-10-09T20:07:33.263" v="249" actId="27636"/>
          <ac:spMkLst>
            <pc:docMk/>
            <pc:sldMk cId="4007836825" sldId="294"/>
            <ac:spMk id="8" creationId="{BA503AB4-8CCC-A763-4C42-1FC8B27B29FF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4007836825" sldId="294"/>
            <ac:spMk id="9" creationId="{B7EA0C15-AFAD-461B-B70B-2AEDF2977259}"/>
          </ac:spMkLst>
        </pc:spChg>
        <pc:spChg chg="mod">
          <ac:chgData name="Ivan Spiriev" userId="be5e0c8a-b78d-457c-98ee-94b2083d1757" providerId="ADAL" clId="{FB2456CB-ACF6-4572-8422-8B8CED7D7C2B}" dt="2026-10-09T20:07:33.277" v="252" actId="27636"/>
          <ac:spMkLst>
            <pc:docMk/>
            <pc:sldMk cId="4007836825" sldId="294"/>
            <ac:spMk id="10" creationId="{645A1681-6507-D962-4662-C8B60AB21400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4007836825" sldId="294"/>
            <ac:spMk id="11" creationId="{5AD5DE88-A478-78B1-5EAE-69748FC64F0F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4007836825" sldId="294"/>
            <ac:spMk id="40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277" v="251" actId="27636"/>
          <ac:spMkLst>
            <pc:docMk/>
            <pc:sldMk cId="4007836825" sldId="294"/>
            <ac:spMk id="42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274" v="250" actId="27636"/>
          <ac:spMkLst>
            <pc:docMk/>
            <pc:sldMk cId="4007836825" sldId="294"/>
            <ac:spMk id="44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4007836825" sldId="294"/>
            <ac:spMk id="46" creationId="{00000000-0000-0000-0000-000000000000}"/>
          </ac:spMkLst>
        </pc:spChg>
      </pc:sldChg>
      <pc:sldChg chg="delSp modSp del mod modNotes">
        <pc:chgData name="Ivan Spiriev" userId="be5e0c8a-b78d-457c-98ee-94b2083d1757" providerId="ADAL" clId="{FB2456CB-ACF6-4572-8422-8B8CED7D7C2B}" dt="2026-10-09T21:23:16.026" v="318" actId="47"/>
        <pc:sldMkLst>
          <pc:docMk/>
          <pc:sldMk cId="1593920805" sldId="295"/>
        </pc:sldMkLst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5"/>
            <ac:spMk id="4" creationId="{BCB14EA2-CBDF-4C65-9598-93DEDB4C9C2E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5"/>
            <ac:spMk id="6" creationId="{DFD82EC7-5ADD-4197-AE50-6BAA12DAE5D3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5"/>
            <ac:spMk id="16" creationId="{57840CF9-28E6-E895-AAFE-4F108076CFD9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5"/>
            <ac:spMk id="18" creationId="{213C53F3-76A4-FA01-47D0-E4426A5510C2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5"/>
            <ac:spMk id="20" creationId="{DE1F9555-5FCB-8DE8-A3FC-20DEF07CDEC9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5"/>
            <ac:spMk id="22" creationId="{37981DEC-99F3-67EC-B644-819FB8726884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5"/>
            <ac:spMk id="24" creationId="{4022F430-B460-10A7-165F-41C5A8D0B3C0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5"/>
            <ac:spMk id="26" creationId="{60B97951-1029-9DD0-4F4C-BC461CFB6297}"/>
          </ac:spMkLst>
        </pc:spChg>
      </pc:sldChg>
      <pc:sldChg chg="delSp modSp add del mod modNotes">
        <pc:chgData name="Ivan Spiriev" userId="be5e0c8a-b78d-457c-98ee-94b2083d1757" providerId="ADAL" clId="{FB2456CB-ACF6-4572-8422-8B8CED7D7C2B}" dt="2026-10-09T21:23:27.613" v="322" actId="47"/>
        <pc:sldMkLst>
          <pc:docMk/>
          <pc:sldMk cId="1593920805" sldId="296"/>
        </pc:sldMkLst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6"/>
            <ac:spMk id="4" creationId="{BCB14EA2-CBDF-4C65-9598-93DEDB4C9C2E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6"/>
            <ac:spMk id="6" creationId="{DFD82EC7-5ADD-4197-AE50-6BAA12DAE5D3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6"/>
            <ac:spMk id="16" creationId="{57840CF9-28E6-E895-AAFE-4F108076CFD9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6"/>
            <ac:spMk id="18" creationId="{213C53F3-76A4-FA01-47D0-E4426A5510C2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6"/>
            <ac:spMk id="20" creationId="{DE1F9555-5FCB-8DE8-A3FC-20DEF07CDEC9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6"/>
            <ac:spMk id="22" creationId="{37981DEC-99F3-67EC-B644-819FB8726884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6"/>
            <ac:spMk id="24" creationId="{4022F430-B460-10A7-165F-41C5A8D0B3C0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6"/>
            <ac:spMk id="26" creationId="{60B97951-1029-9DD0-4F4C-BC461CFB6297}"/>
          </ac:spMkLst>
        </pc:spChg>
      </pc:sldChg>
      <pc:sldChg chg="delSp modSp del mod modNotes">
        <pc:chgData name="Ivan Spiriev" userId="be5e0c8a-b78d-457c-98ee-94b2083d1757" providerId="ADAL" clId="{FB2456CB-ACF6-4572-8422-8B8CED7D7C2B}" dt="2026-10-09T21:23:24.595" v="321" actId="47"/>
        <pc:sldMkLst>
          <pc:docMk/>
          <pc:sldMk cId="1593920805" sldId="297"/>
        </pc:sldMkLst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7"/>
            <ac:spMk id="4" creationId="{BCB14EA2-CBDF-4C65-9598-93DEDB4C9C2E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7"/>
            <ac:spMk id="6" creationId="{DFD82EC7-5ADD-4197-AE50-6BAA12DAE5D3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7"/>
            <ac:spMk id="16" creationId="{57840CF9-28E6-E895-AAFE-4F108076CFD9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7"/>
            <ac:spMk id="18" creationId="{213C53F3-76A4-FA01-47D0-E4426A5510C2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7"/>
            <ac:spMk id="20" creationId="{DE1F9555-5FCB-8DE8-A3FC-20DEF07CDEC9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7"/>
            <ac:spMk id="22" creationId="{37981DEC-99F3-67EC-B644-819FB8726884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7"/>
            <ac:spMk id="24" creationId="{4022F430-B460-10A7-165F-41C5A8D0B3C0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7"/>
            <ac:spMk id="26" creationId="{60B97951-1029-9DD0-4F4C-BC461CFB6297}"/>
          </ac:spMkLst>
        </pc:spChg>
      </pc:sldChg>
      <pc:sldChg chg="delSp modSp del mod modNotes">
        <pc:chgData name="Ivan Spiriev" userId="be5e0c8a-b78d-457c-98ee-94b2083d1757" providerId="ADAL" clId="{FB2456CB-ACF6-4572-8422-8B8CED7D7C2B}" dt="2026-10-09T21:23:14.085" v="317" actId="47"/>
        <pc:sldMkLst>
          <pc:docMk/>
          <pc:sldMk cId="1593920805" sldId="298"/>
        </pc:sldMkLst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8"/>
            <ac:spMk id="4" creationId="{BCB14EA2-CBDF-4C65-9598-93DEDB4C9C2E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8"/>
            <ac:spMk id="6" creationId="{DFD82EC7-5ADD-4197-AE50-6BAA12DAE5D3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8"/>
            <ac:spMk id="16" creationId="{57840CF9-28E6-E895-AAFE-4F108076CFD9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8"/>
            <ac:spMk id="18" creationId="{213C53F3-76A4-FA01-47D0-E4426A5510C2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8"/>
            <ac:spMk id="20" creationId="{DE1F9555-5FCB-8DE8-A3FC-20DEF07CDEC9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8"/>
            <ac:spMk id="22" creationId="{37981DEC-99F3-67EC-B644-819FB8726884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8"/>
            <ac:spMk id="24" creationId="{4022F430-B460-10A7-165F-41C5A8D0B3C0}"/>
          </ac:spMkLst>
        </pc:spChg>
        <pc:spChg chg="del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1593920805" sldId="298"/>
            <ac:spMk id="26" creationId="{60B97951-1029-9DD0-4F4C-BC461CFB6297}"/>
          </ac:spMkLst>
        </pc:spChg>
      </pc:sldChg>
      <pc:sldChg chg="modSp mod">
        <pc:chgData name="Ivan Spiriev" userId="be5e0c8a-b78d-457c-98ee-94b2083d1757" providerId="ADAL" clId="{FB2456CB-ACF6-4572-8422-8B8CED7D7C2B}" dt="2026-10-09T20:07:33.212" v="247" actId="27636"/>
        <pc:sldMkLst>
          <pc:docMk/>
          <pc:sldMk cId="0" sldId="299"/>
        </pc:sldMkLst>
        <pc:spChg chg="mod">
          <ac:chgData name="Ivan Spiriev" userId="be5e0c8a-b78d-457c-98ee-94b2083d1757" providerId="ADAL" clId="{FB2456CB-ACF6-4572-8422-8B8CED7D7C2B}" dt="2026-10-09T20:07:33.204" v="244" actId="27636"/>
          <ac:spMkLst>
            <pc:docMk/>
            <pc:sldMk cId="0" sldId="299"/>
            <ac:spMk id="3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204" v="243" actId="27636"/>
          <ac:spMkLst>
            <pc:docMk/>
            <pc:sldMk cId="0" sldId="299"/>
            <ac:spMk id="4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206" v="245" actId="27636"/>
          <ac:spMkLst>
            <pc:docMk/>
            <pc:sldMk cId="0" sldId="299"/>
            <ac:spMk id="5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211" v="246" actId="27636"/>
          <ac:spMkLst>
            <pc:docMk/>
            <pc:sldMk cId="0" sldId="299"/>
            <ac:spMk id="6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201" v="242" actId="27636"/>
          <ac:spMkLst>
            <pc:docMk/>
            <pc:sldMk cId="0" sldId="299"/>
            <ac:spMk id="7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212" v="247" actId="27636"/>
          <ac:spMkLst>
            <pc:docMk/>
            <pc:sldMk cId="0" sldId="299"/>
            <ac:spMk id="8" creationId="{00000000-0000-0000-0000-000000000000}"/>
          </ac:spMkLst>
        </pc:spChg>
      </pc:sldChg>
      <pc:sldChg chg="addSp modSp mod ord modNotes">
        <pc:chgData name="Ivan Spiriev" userId="be5e0c8a-b78d-457c-98ee-94b2083d1757" providerId="ADAL" clId="{FB2456CB-ACF6-4572-8422-8B8CED7D7C2B}" dt="2026-10-09T21:49:41.998" v="325" actId="26606"/>
        <pc:sldMkLst>
          <pc:docMk/>
          <pc:sldMk cId="0" sldId="300"/>
        </pc:sldMkLst>
        <pc:spChg chg="mod">
          <ac:chgData name="Ivan Spiriev" userId="be5e0c8a-b78d-457c-98ee-94b2083d1757" providerId="ADAL" clId="{FB2456CB-ACF6-4572-8422-8B8CED7D7C2B}" dt="2026-10-09T21:49:41.998" v="325" actId="26606"/>
          <ac:spMkLst>
            <pc:docMk/>
            <pc:sldMk cId="0" sldId="300"/>
            <ac:spMk id="2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299" v="253" actId="27636"/>
          <ac:spMkLst>
            <pc:docMk/>
            <pc:sldMk cId="0" sldId="300"/>
            <ac:spMk id="3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312" v="255" actId="27636"/>
          <ac:spMkLst>
            <pc:docMk/>
            <pc:sldMk cId="0" sldId="300"/>
            <ac:spMk id="4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317" v="256" actId="27636"/>
          <ac:spMkLst>
            <pc:docMk/>
            <pc:sldMk cId="0" sldId="300"/>
            <ac:spMk id="5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324" v="257" actId="27636"/>
          <ac:spMkLst>
            <pc:docMk/>
            <pc:sldMk cId="0" sldId="300"/>
            <ac:spMk id="6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301" v="254" actId="27636"/>
          <ac:spMkLst>
            <pc:docMk/>
            <pc:sldMk cId="0" sldId="300"/>
            <ac:spMk id="7" creationId="{00000000-0000-0000-0000-000000000000}"/>
          </ac:spMkLst>
        </pc:spChg>
        <pc:spChg chg="mod">
          <ac:chgData name="Ivan Spiriev" userId="be5e0c8a-b78d-457c-98ee-94b2083d1757" providerId="ADAL" clId="{FB2456CB-ACF6-4572-8422-8B8CED7D7C2B}" dt="2026-10-09T20:07:33.335" v="258" actId="27636"/>
          <ac:spMkLst>
            <pc:docMk/>
            <pc:sldMk cId="0" sldId="300"/>
            <ac:spMk id="8" creationId="{00000000-0000-0000-0000-000000000000}"/>
          </ac:spMkLst>
        </pc:spChg>
        <pc:spChg chg="add">
          <ac:chgData name="Ivan Spiriev" userId="be5e0c8a-b78d-457c-98ee-94b2083d1757" providerId="ADAL" clId="{FB2456CB-ACF6-4572-8422-8B8CED7D7C2B}" dt="2026-10-09T21:49:41.998" v="325" actId="26606"/>
          <ac:spMkLst>
            <pc:docMk/>
            <pc:sldMk cId="0" sldId="300"/>
            <ac:spMk id="9" creationId="{00000000-0000-0000-0000-000000000000}"/>
          </ac:spMkLst>
        </pc:spChg>
      </pc:sldChg>
      <pc:sldChg chg="modSp mod">
        <pc:chgData name="Ivan Spiriev" userId="be5e0c8a-b78d-457c-98ee-94b2083d1757" providerId="ADAL" clId="{FB2456CB-ACF6-4572-8422-8B8CED7D7C2B}" dt="2026-10-09T20:07:33.163" v="241" actId="26606"/>
        <pc:sldMkLst>
          <pc:docMk/>
          <pc:sldMk cId="76294478" sldId="301"/>
        </pc:sldMkLst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301"/>
            <ac:spMk id="2" creationId="{2C73ACB0-C882-7161-F5BB-8D1DD1F5B9DE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301"/>
            <ac:spMk id="3" creationId="{A9986275-4AEA-9189-E824-F31CF85257DD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301"/>
            <ac:spMk id="6" creationId="{2742E6EC-DE2F-E02E-6834-A1377C4D992B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301"/>
            <ac:spMk id="7" creationId="{37CC4747-0531-DF82-0DEA-87D802BC3346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301"/>
            <ac:spMk id="8" creationId="{006CCAB2-1590-3311-AC15-4ECAA34A302F}"/>
          </ac:spMkLst>
        </pc:spChg>
        <pc:spChg chg="mod">
          <ac:chgData name="Ivan Spiriev" userId="be5e0c8a-b78d-457c-98ee-94b2083d1757" providerId="ADAL" clId="{FB2456CB-ACF6-4572-8422-8B8CED7D7C2B}" dt="2026-10-09T20:07:33.163" v="241" actId="26606"/>
          <ac:spMkLst>
            <pc:docMk/>
            <pc:sldMk cId="76294478" sldId="301"/>
            <ac:spMk id="9" creationId="{E08A696D-B6D8-F9F7-537C-A0F04A58C49A}"/>
          </ac:spMkLst>
        </pc:spChg>
      </pc:sldChg>
      <pc:sldChg chg="addSp delSp modSp new mod modClrScheme chgLayout">
        <pc:chgData name="Ivan Spiriev" userId="be5e0c8a-b78d-457c-98ee-94b2083d1757" providerId="ADAL" clId="{FB2456CB-ACF6-4572-8422-8B8CED7D7C2B}" dt="2026-10-10T05:59:05.123" v="354" actId="14100"/>
        <pc:sldMkLst>
          <pc:docMk/>
          <pc:sldMk cId="2232462646" sldId="302"/>
        </pc:sldMkLst>
        <pc:spChg chg="del">
          <ac:chgData name="Ivan Spiriev" userId="be5e0c8a-b78d-457c-98ee-94b2083d1757" providerId="ADAL" clId="{FB2456CB-ACF6-4572-8422-8B8CED7D7C2B}" dt="2026-10-10T05:38:13.372" v="333" actId="26606"/>
          <ac:spMkLst>
            <pc:docMk/>
            <pc:sldMk cId="2232462646" sldId="302"/>
            <ac:spMk id="2" creationId="{D7CE0808-10F3-0D74-48F7-D317054855A1}"/>
          </ac:spMkLst>
        </pc:spChg>
        <pc:spChg chg="del">
          <ac:chgData name="Ivan Spiriev" userId="be5e0c8a-b78d-457c-98ee-94b2083d1757" providerId="ADAL" clId="{FB2456CB-ACF6-4572-8422-8B8CED7D7C2B}" dt="2026-10-10T05:38:13.372" v="333" actId="26606"/>
          <ac:spMkLst>
            <pc:docMk/>
            <pc:sldMk cId="2232462646" sldId="302"/>
            <ac:spMk id="5" creationId="{29BF377E-2C3B-331B-1240-B114AA2E34DA}"/>
          </ac:spMkLst>
        </pc:spChg>
        <pc:spChg chg="del mod ord">
          <ac:chgData name="Ivan Spiriev" userId="be5e0c8a-b78d-457c-98ee-94b2083d1757" providerId="ADAL" clId="{FB2456CB-ACF6-4572-8422-8B8CED7D7C2B}" dt="2026-10-10T05:58:59.631" v="352" actId="478"/>
          <ac:spMkLst>
            <pc:docMk/>
            <pc:sldMk cId="2232462646" sldId="302"/>
            <ac:spMk id="6" creationId="{EB17450D-AF22-E4CB-9605-D51D4DD90002}"/>
          </ac:spMkLst>
        </pc:spChg>
        <pc:spChg chg="mod ord">
          <ac:chgData name="Ivan Spiriev" userId="be5e0c8a-b78d-457c-98ee-94b2083d1757" providerId="ADAL" clId="{FB2456CB-ACF6-4572-8422-8B8CED7D7C2B}" dt="2026-10-10T05:53:33.713" v="348" actId="700"/>
          <ac:spMkLst>
            <pc:docMk/>
            <pc:sldMk cId="2232462646" sldId="302"/>
            <ac:spMk id="7" creationId="{65A098BB-A5F5-C9EB-AE60-6BB049D51AA9}"/>
          </ac:spMkLst>
        </pc:spChg>
        <pc:spChg chg="mod">
          <ac:chgData name="Ivan Spiriev" userId="be5e0c8a-b78d-457c-98ee-94b2083d1757" providerId="ADAL" clId="{FB2456CB-ACF6-4572-8422-8B8CED7D7C2B}" dt="2026-10-10T05:59:05.123" v="354" actId="14100"/>
          <ac:spMkLst>
            <pc:docMk/>
            <pc:sldMk cId="2232462646" sldId="302"/>
            <ac:spMk id="9" creationId="{51F535A4-2CB5-8B70-AB0A-DD35787AC29E}"/>
          </ac:spMkLst>
        </pc:spChg>
        <pc:spChg chg="del">
          <ac:chgData name="Ivan Spiriev" userId="be5e0c8a-b78d-457c-98ee-94b2083d1757" providerId="ADAL" clId="{FB2456CB-ACF6-4572-8422-8B8CED7D7C2B}" dt="2026-10-10T05:38:13.372" v="333" actId="26606"/>
          <ac:spMkLst>
            <pc:docMk/>
            <pc:sldMk cId="2232462646" sldId="302"/>
            <ac:spMk id="10" creationId="{3279D885-2C54-3615-ED9C-4697A2581D41}"/>
          </ac:spMkLst>
        </pc:spChg>
        <pc:spChg chg="del">
          <ac:chgData name="Ivan Spiriev" userId="be5e0c8a-b78d-457c-98ee-94b2083d1757" providerId="ADAL" clId="{FB2456CB-ACF6-4572-8422-8B8CED7D7C2B}" dt="2026-10-10T05:38:13.372" v="333" actId="26606"/>
          <ac:spMkLst>
            <pc:docMk/>
            <pc:sldMk cId="2232462646" sldId="302"/>
            <ac:spMk id="13" creationId="{65B58B87-ECCE-172D-8B2B-5E1F4B52C4B1}"/>
          </ac:spMkLst>
        </pc:spChg>
        <pc:spChg chg="del">
          <ac:chgData name="Ivan Spiriev" userId="be5e0c8a-b78d-457c-98ee-94b2083d1757" providerId="ADAL" clId="{FB2456CB-ACF6-4572-8422-8B8CED7D7C2B}" dt="2026-10-10T05:38:13.372" v="333" actId="26606"/>
          <ac:spMkLst>
            <pc:docMk/>
            <pc:sldMk cId="2232462646" sldId="302"/>
            <ac:spMk id="14" creationId="{ED676CBA-CE22-27E5-A836-55B40F473E79}"/>
          </ac:spMkLst>
        </pc:spChg>
        <pc:spChg chg="del">
          <ac:chgData name="Ivan Spiriev" userId="be5e0c8a-b78d-457c-98ee-94b2083d1757" providerId="ADAL" clId="{FB2456CB-ACF6-4572-8422-8B8CED7D7C2B}" dt="2026-10-10T05:38:13.372" v="333" actId="26606"/>
          <ac:spMkLst>
            <pc:docMk/>
            <pc:sldMk cId="2232462646" sldId="302"/>
            <ac:spMk id="15" creationId="{1139120A-B3AC-44C6-9182-C6CC5BBB62B2}"/>
          </ac:spMkLst>
        </pc:spChg>
        <pc:spChg chg="del">
          <ac:chgData name="Ivan Spiriev" userId="be5e0c8a-b78d-457c-98ee-94b2083d1757" providerId="ADAL" clId="{FB2456CB-ACF6-4572-8422-8B8CED7D7C2B}" dt="2026-10-10T05:38:13.372" v="333" actId="26606"/>
          <ac:spMkLst>
            <pc:docMk/>
            <pc:sldMk cId="2232462646" sldId="302"/>
            <ac:spMk id="16" creationId="{83314853-2679-88E4-5281-31C2A46394D4}"/>
          </ac:spMkLst>
        </pc:spChg>
        <pc:spChg chg="add del mod ord">
          <ac:chgData name="Ivan Spiriev" userId="be5e0c8a-b78d-457c-98ee-94b2083d1757" providerId="ADAL" clId="{FB2456CB-ACF6-4572-8422-8B8CED7D7C2B}" dt="2026-10-10T05:53:33.713" v="348" actId="700"/>
          <ac:spMkLst>
            <pc:docMk/>
            <pc:sldMk cId="2232462646" sldId="302"/>
            <ac:spMk id="17" creationId="{FF32CE38-D184-2178-F074-3C417E75C57D}"/>
          </ac:spMkLst>
        </pc:spChg>
        <pc:spChg chg="add del mod ord">
          <ac:chgData name="Ivan Spiriev" userId="be5e0c8a-b78d-457c-98ee-94b2083d1757" providerId="ADAL" clId="{FB2456CB-ACF6-4572-8422-8B8CED7D7C2B}" dt="2026-10-10T05:53:33.713" v="348" actId="700"/>
          <ac:spMkLst>
            <pc:docMk/>
            <pc:sldMk cId="2232462646" sldId="302"/>
            <ac:spMk id="18" creationId="{6D9C29B2-9EC5-82BB-1F80-3D86411815BC}"/>
          </ac:spMkLst>
        </pc:spChg>
        <pc:spChg chg="add del mod ord">
          <ac:chgData name="Ivan Spiriev" userId="be5e0c8a-b78d-457c-98ee-94b2083d1757" providerId="ADAL" clId="{FB2456CB-ACF6-4572-8422-8B8CED7D7C2B}" dt="2026-10-10T05:53:33.713" v="348" actId="700"/>
          <ac:spMkLst>
            <pc:docMk/>
            <pc:sldMk cId="2232462646" sldId="302"/>
            <ac:spMk id="21" creationId="{62F172A5-9CCB-4B8C-B99E-904430AB7770}"/>
          </ac:spMkLst>
        </pc:spChg>
        <pc:spChg chg="add del mod ord">
          <ac:chgData name="Ivan Spiriev" userId="be5e0c8a-b78d-457c-98ee-94b2083d1757" providerId="ADAL" clId="{FB2456CB-ACF6-4572-8422-8B8CED7D7C2B}" dt="2026-10-10T05:53:33.713" v="348" actId="700"/>
          <ac:spMkLst>
            <pc:docMk/>
            <pc:sldMk cId="2232462646" sldId="302"/>
            <ac:spMk id="22" creationId="{531D39FC-6295-B6B8-3F7D-48BB9312A3A2}"/>
          </ac:spMkLst>
        </pc:spChg>
        <pc:spChg chg="add del mod ord">
          <ac:chgData name="Ivan Spiriev" userId="be5e0c8a-b78d-457c-98ee-94b2083d1757" providerId="ADAL" clId="{FB2456CB-ACF6-4572-8422-8B8CED7D7C2B}" dt="2026-10-10T05:53:33.713" v="348" actId="700"/>
          <ac:spMkLst>
            <pc:docMk/>
            <pc:sldMk cId="2232462646" sldId="302"/>
            <ac:spMk id="23" creationId="{90DC1934-57DF-6CD5-DA40-C05BCA982B43}"/>
          </ac:spMkLst>
        </pc:spChg>
        <pc:spChg chg="add del mod ord">
          <ac:chgData name="Ivan Spiriev" userId="be5e0c8a-b78d-457c-98ee-94b2083d1757" providerId="ADAL" clId="{FB2456CB-ACF6-4572-8422-8B8CED7D7C2B}" dt="2026-10-10T05:53:33.713" v="348" actId="700"/>
          <ac:spMkLst>
            <pc:docMk/>
            <pc:sldMk cId="2232462646" sldId="302"/>
            <ac:spMk id="24" creationId="{C29E773D-013D-ABC8-0AA1-764546C03BBC}"/>
          </ac:spMkLst>
        </pc:spChg>
        <pc:spChg chg="add del mod ord">
          <ac:chgData name="Ivan Spiriev" userId="be5e0c8a-b78d-457c-98ee-94b2083d1757" providerId="ADAL" clId="{FB2456CB-ACF6-4572-8422-8B8CED7D7C2B}" dt="2026-10-10T05:53:33.713" v="348" actId="700"/>
          <ac:spMkLst>
            <pc:docMk/>
            <pc:sldMk cId="2232462646" sldId="302"/>
            <ac:spMk id="25" creationId="{E813EDAA-2F01-E49A-2A0E-D41C783DCCE6}"/>
          </ac:spMkLst>
        </pc:spChg>
        <pc:spChg chg="add del mod ord">
          <ac:chgData name="Ivan Spiriev" userId="be5e0c8a-b78d-457c-98ee-94b2083d1757" providerId="ADAL" clId="{FB2456CB-ACF6-4572-8422-8B8CED7D7C2B}" dt="2026-10-10T05:53:33.713" v="348" actId="700"/>
          <ac:spMkLst>
            <pc:docMk/>
            <pc:sldMk cId="2232462646" sldId="302"/>
            <ac:spMk id="26" creationId="{62A19DCF-1C73-4688-BD9C-8538079FDE2D}"/>
          </ac:spMkLst>
        </pc:spChg>
      </pc:sldChg>
      <pc:sldMasterChg chg="delSp mod">
        <pc:chgData name="Ivan Spiriev" userId="be5e0c8a-b78d-457c-98ee-94b2083d1757" providerId="ADAL" clId="{FB2456CB-ACF6-4572-8422-8B8CED7D7C2B}" dt="2026-10-10T07:13:42.489" v="357" actId="33475"/>
        <pc:sldMasterMkLst>
          <pc:docMk/>
          <pc:sldMasterMk cId="2446666589" sldId="2147483648"/>
        </pc:sldMasterMkLst>
        <pc:spChg chg="del">
          <ac:chgData name="Ivan Spiriev" userId="be5e0c8a-b78d-457c-98ee-94b2083d1757" providerId="ADAL" clId="{FB2456CB-ACF6-4572-8422-8B8CED7D7C2B}" dt="2026-10-10T07:13:42.489" v="357" actId="33475"/>
          <ac:spMkLst>
            <pc:docMk/>
            <pc:sldMasterMk cId="2446666589" sldId="2147483648"/>
            <ac:spMk id="8" creationId="{CECF1043-4CD3-CDFC-2762-0FBFF8B405DF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D32CE2-6C64-40A5-9DAB-DD3946A432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569BD-8C5B-4110-9E60-C359DDF561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7E1B8-528F-4D87-8EBD-B843BAE2C861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05E23-8F29-4628-B4F0-7CBCB7658F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33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147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997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 to slide 7: We have seen the four platform layers. Now change perspective to the Astoria store manager. They see one app: a scorecard, a conversation with Genie, and a way to flag a waste issue. The data and permissions stay governed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how the four platform layers appear to the store manager in one screen. The KPI header reads the governed scorecard. Genie handles questions in plain language. The action records a waste issue in the governed notes table. Then switch to the live Databricks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41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6C2E115-5267-49A0-A702-59745AC649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04479580-C1B1-4B70-875C-70152944FD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4355" y="4687178"/>
            <a:ext cx="159851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1323CA5D-7F88-4E2C-B2E1-D03E010724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40172" y="172667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DFF095-F8DE-447E-A83F-BD55BD03BE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3189" y="71740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FA2755C1-A0B6-448A-BE5D-4B492BB7BB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693" y="285863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3357-BDC3-43CE-89C0-05F5AB973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73216" y="3667946"/>
            <a:ext cx="9285382" cy="1277857"/>
          </a:xfrm>
        </p:spPr>
        <p:txBody>
          <a:bodyPr anchor="ctr"/>
          <a:lstStyle>
            <a:lvl1pPr algn="l">
              <a:defRPr sz="6000" cap="all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FD7F6-12F1-44A8-B26F-82773993F1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70418" y="5325276"/>
            <a:ext cx="3677297" cy="682094"/>
          </a:xfrm>
        </p:spPr>
        <p:txBody>
          <a:bodyPr anchor="ctr"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5B50AA-4BAC-4997-B444-E281DECD0DB4}"/>
              </a:ext>
            </a:extLst>
          </p:cNvPr>
          <p:cNvCxnSpPr>
            <a:cxnSpLocks/>
          </p:cNvCxnSpPr>
          <p:nvPr userDrawn="1"/>
        </p:nvCxnSpPr>
        <p:spPr>
          <a:xfrm>
            <a:off x="4579559" y="5744231"/>
            <a:ext cx="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DEC412-0EF3-4D93-AF25-A2D2F5A5093A}"/>
              </a:ext>
            </a:extLst>
          </p:cNvPr>
          <p:cNvCxnSpPr>
            <a:cxnSpLocks/>
          </p:cNvCxnSpPr>
          <p:nvPr userDrawn="1"/>
        </p:nvCxnSpPr>
        <p:spPr>
          <a:xfrm>
            <a:off x="2536371" y="2017985"/>
            <a:ext cx="0" cy="15343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2836A9-D1F4-4562-B95F-B7BF8F4713B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45428" y="5655432"/>
            <a:ext cx="331888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83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A9869E4-27A3-4A22-92EA-ECD5099EC492}"/>
              </a:ext>
            </a:extLst>
          </p:cNvPr>
          <p:cNvSpPr/>
          <p:nvPr userDrawn="1"/>
        </p:nvSpPr>
        <p:spPr>
          <a:xfrm>
            <a:off x="6016886" y="0"/>
            <a:ext cx="6175114" cy="6858000"/>
          </a:xfrm>
          <a:custGeom>
            <a:avLst/>
            <a:gdLst>
              <a:gd name="connsiteX0" fmla="*/ 1341004 w 6175114"/>
              <a:gd name="connsiteY0" fmla="*/ 0 h 6858000"/>
              <a:gd name="connsiteX1" fmla="*/ 6175114 w 6175114"/>
              <a:gd name="connsiteY1" fmla="*/ 0 h 6858000"/>
              <a:gd name="connsiteX2" fmla="*/ 6175114 w 6175114"/>
              <a:gd name="connsiteY2" fmla="*/ 1753853 h 6858000"/>
              <a:gd name="connsiteX3" fmla="*/ 5820369 w 6175114"/>
              <a:gd name="connsiteY3" fmla="*/ 2196189 h 6858000"/>
              <a:gd name="connsiteX4" fmla="*/ 3753019 w 6175114"/>
              <a:gd name="connsiteY4" fmla="*/ 1432910 h 6858000"/>
              <a:gd name="connsiteX5" fmla="*/ 2496678 w 6175114"/>
              <a:gd name="connsiteY5" fmla="*/ 2275742 h 6858000"/>
              <a:gd name="connsiteX6" fmla="*/ 4071059 w 6175114"/>
              <a:gd name="connsiteY6" fmla="*/ 3452528 h 6858000"/>
              <a:gd name="connsiteX7" fmla="*/ 5359131 w 6175114"/>
              <a:gd name="connsiteY7" fmla="*/ 3977321 h 6858000"/>
              <a:gd name="connsiteX8" fmla="*/ 6026758 w 6175114"/>
              <a:gd name="connsiteY8" fmla="*/ 4302039 h 6858000"/>
              <a:gd name="connsiteX9" fmla="*/ 6175114 w 6175114"/>
              <a:gd name="connsiteY9" fmla="*/ 4397461 h 6858000"/>
              <a:gd name="connsiteX10" fmla="*/ 6175114 w 6175114"/>
              <a:gd name="connsiteY10" fmla="*/ 6858000 h 6858000"/>
              <a:gd name="connsiteX11" fmla="*/ 4869473 w 6175114"/>
              <a:gd name="connsiteY11" fmla="*/ 6858000 h 6858000"/>
              <a:gd name="connsiteX12" fmla="*/ 4856472 w 6175114"/>
              <a:gd name="connsiteY12" fmla="*/ 6790487 h 6858000"/>
              <a:gd name="connsiteX13" fmla="*/ 3419067 w 6175114"/>
              <a:gd name="connsiteY13" fmla="*/ 5837920 h 6858000"/>
              <a:gd name="connsiteX14" fmla="*/ 2099173 w 6175114"/>
              <a:gd name="connsiteY14" fmla="*/ 5265482 h 6858000"/>
              <a:gd name="connsiteX15" fmla="*/ 0 w 6175114"/>
              <a:gd name="connsiteY15" fmla="*/ 2434764 h 6858000"/>
              <a:gd name="connsiteX16" fmla="*/ 1315163 w 6175114"/>
              <a:gd name="connsiteY16" fmla="*/ 16279 h 6858000"/>
              <a:gd name="connsiteX17" fmla="*/ 1341004 w 6175114"/>
              <a:gd name="connsiteY1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175114" h="6858000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lnTo>
                  <a:pt x="1341004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917A6-AC6D-490C-947C-C8BDB0A5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 lIns="0" anchor="t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4238625"/>
            <a:ext cx="4203247" cy="180022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F3408D-E369-4A9E-ABF8-0D643DDD2F9A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304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766B045-9ED8-7AAB-8618-9798EDA909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5583" y="123770"/>
            <a:ext cx="1239713" cy="40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8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34186" y="2903538"/>
            <a:ext cx="3104198" cy="345475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4141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41894" y="2903538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2223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9601" y="2903538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0305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en-US" dirty="0"/>
              <a:t>Data Saturdays Sofia 2026</a:t>
            </a:r>
            <a:endParaRPr lang="en-US" sz="1800" dirty="0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6CB12E29-CEAA-4595-B65C-5BE0B527CD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33811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9A5A9E4A-8FA1-4B1A-86F3-162A0ED25F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3766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1656AF90-4012-4B9E-81A7-2796EE40AE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1519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E34BCA93-D058-4D61-BAE5-2671E15723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41848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BE8C5BE-9959-40C7-83C2-546EBFBC14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9226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FC20880-2D17-4854-A424-DED10A8A8D3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49930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7A579D-F737-4350-8205-BCA37BAFE1AB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003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50921" y="2145859"/>
            <a:ext cx="5042568" cy="345473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50922" y="2491335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419184"/>
            <a:ext cx="2362200" cy="1110286"/>
          </a:xfrm>
        </p:spPr>
        <p:txBody>
          <a:bodyPr lIns="0" anchor="b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0921" y="3198051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50922" y="3543527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50921" y="5302434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50922" y="5647910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AE158F00-CB9F-4C14-B6F0-47E4F70191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0921" y="4250243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07878182-5985-41C8-B69F-9DB9EC1313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0922" y="4595719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8873A5-9160-4B79-B9CB-CBE583030B0E}"/>
              </a:ext>
            </a:extLst>
          </p:cNvPr>
          <p:cNvCxnSpPr>
            <a:cxnSpLocks/>
          </p:cNvCxnSpPr>
          <p:nvPr userDrawn="1"/>
        </p:nvCxnSpPr>
        <p:spPr>
          <a:xfrm>
            <a:off x="3766456" y="-16561"/>
            <a:ext cx="0" cy="687456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D9D5EA-266D-4541-BA3F-22BC31AAB6AA}"/>
              </a:ext>
            </a:extLst>
          </p:cNvPr>
          <p:cNvCxnSpPr/>
          <p:nvPr userDrawn="1"/>
        </p:nvCxnSpPr>
        <p:spPr>
          <a:xfrm>
            <a:off x="-1" y="1676400"/>
            <a:ext cx="1219199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5D10295-57BA-29C9-7D1A-7AE7577E1B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943" y="170957"/>
            <a:ext cx="1239713" cy="40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8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, and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2B5F8DD-B338-48F8-9DF4-E1A31DFCB5B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" y="0"/>
            <a:ext cx="6694955" cy="6858000"/>
          </a:xfrm>
          <a:custGeom>
            <a:avLst/>
            <a:gdLst>
              <a:gd name="connsiteX0" fmla="*/ 0 w 6694955"/>
              <a:gd name="connsiteY0" fmla="*/ 0 h 6858000"/>
              <a:gd name="connsiteX1" fmla="*/ 6694955 w 6694955"/>
              <a:gd name="connsiteY1" fmla="*/ 0 h 6858000"/>
              <a:gd name="connsiteX2" fmla="*/ 2589160 w 6694955"/>
              <a:gd name="connsiteY2" fmla="*/ 6857732 h 6858000"/>
              <a:gd name="connsiteX3" fmla="*/ 0 w 66949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4955" h="6858000">
                <a:moveTo>
                  <a:pt x="0" y="0"/>
                </a:moveTo>
                <a:lnTo>
                  <a:pt x="6694955" y="0"/>
                </a:lnTo>
                <a:lnTo>
                  <a:pt x="2589160" y="6857732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44768" y="2069658"/>
            <a:ext cx="5042568" cy="345476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4768" y="241513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1633" y="690928"/>
            <a:ext cx="4501910" cy="732282"/>
          </a:xfrm>
        </p:spPr>
        <p:txBody>
          <a:bodyPr lIns="0" anchor="b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2166AD-6055-DECE-2F0E-F21DEBFBC1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0643" y="136525"/>
            <a:ext cx="1239713" cy="40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3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F5EB3F05-D570-4C10-88F4-F6BC15CF1F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2700"/>
            <a:ext cx="7080595" cy="6870700"/>
          </a:xfrm>
          <a:custGeom>
            <a:avLst/>
            <a:gdLst>
              <a:gd name="connsiteX0" fmla="*/ 0 w 7080595"/>
              <a:gd name="connsiteY0" fmla="*/ 0 h 6870700"/>
              <a:gd name="connsiteX1" fmla="*/ 7080595 w 7080595"/>
              <a:gd name="connsiteY1" fmla="*/ 0 h 6870700"/>
              <a:gd name="connsiteX2" fmla="*/ 7080595 w 7080595"/>
              <a:gd name="connsiteY2" fmla="*/ 1883211 h 6870700"/>
              <a:gd name="connsiteX3" fmla="*/ 4515477 w 7080595"/>
              <a:gd name="connsiteY3" fmla="*/ 1883211 h 6870700"/>
              <a:gd name="connsiteX4" fmla="*/ 4515477 w 7080595"/>
              <a:gd name="connsiteY4" fmla="*/ 6870700 h 6870700"/>
              <a:gd name="connsiteX5" fmla="*/ 2269215 w 7080595"/>
              <a:gd name="connsiteY5" fmla="*/ 6870700 h 6870700"/>
              <a:gd name="connsiteX6" fmla="*/ 2269215 w 7080595"/>
              <a:gd name="connsiteY6" fmla="*/ 1883211 h 6870700"/>
              <a:gd name="connsiteX7" fmla="*/ 0 w 7080595"/>
              <a:gd name="connsiteY7" fmla="*/ 1883211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80595" h="6870700">
                <a:moveTo>
                  <a:pt x="0" y="0"/>
                </a:moveTo>
                <a:lnTo>
                  <a:pt x="7080595" y="0"/>
                </a:lnTo>
                <a:lnTo>
                  <a:pt x="7080595" y="1883211"/>
                </a:lnTo>
                <a:lnTo>
                  <a:pt x="4515477" y="1883211"/>
                </a:lnTo>
                <a:lnTo>
                  <a:pt x="4515477" y="6870700"/>
                </a:lnTo>
                <a:lnTo>
                  <a:pt x="2269215" y="6870700"/>
                </a:lnTo>
                <a:lnTo>
                  <a:pt x="2269215" y="1883211"/>
                </a:lnTo>
                <a:lnTo>
                  <a:pt x="0" y="18832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FEA6F9E-1C21-4644-8E2A-AD5673EE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799" y="2318657"/>
            <a:ext cx="4203247" cy="1440996"/>
          </a:xfrm>
        </p:spPr>
        <p:txBody>
          <a:bodyPr lIns="0" anchor="b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C1D1C8A-E829-4284-AB95-2DD0C7BAA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799" y="4147457"/>
            <a:ext cx="4203247" cy="153216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C539CF-E024-420D-BFED-5F2212DA8CE3}"/>
              </a:ext>
            </a:extLst>
          </p:cNvPr>
          <p:cNvCxnSpPr>
            <a:cxnSpLocks/>
          </p:cNvCxnSpPr>
          <p:nvPr userDrawn="1"/>
        </p:nvCxnSpPr>
        <p:spPr>
          <a:xfrm>
            <a:off x="-1" y="4376058"/>
            <a:ext cx="70539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8A243EB-CC30-040D-D75F-609F367E9B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943" y="196657"/>
            <a:ext cx="1239713" cy="40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9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A5404BE-7C49-4381-8FC0-95A496CFB4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9B922914-E333-400C-A083-27A44BE79C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50085" y="4546575"/>
            <a:ext cx="1500624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86A9052-3614-4622-A421-1D20E5B311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77374" y="275039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3ADE3E-3D48-4C5D-9FE4-2D7A263158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2380" y="903514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B49215A-DBBC-4C0F-A6A8-DFB2D54643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77374" y="89707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BB770-F6A6-44A3-BCE1-BCCCC1E8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143" y="5201920"/>
            <a:ext cx="5747657" cy="992505"/>
          </a:xfrm>
        </p:spPr>
        <p:txBody>
          <a:bodyPr anchor="ctr">
            <a:normAutofit/>
          </a:bodyPr>
          <a:lstStyle>
            <a:lvl1pPr>
              <a:defRPr sz="4800" cap="all" baseline="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A6A04B8C-D941-483E-B669-7436C535C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5384" y="1857932"/>
            <a:ext cx="922101" cy="244589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7A6DC6C6-E9EB-405C-A68E-EE8EEBBCA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5311" y="1857400"/>
            <a:ext cx="691575" cy="8866"/>
          </a:xfrm>
          <a:custGeom>
            <a:avLst/>
            <a:gdLst>
              <a:gd name="connsiteX0" fmla="*/ 691576 w 691575"/>
              <a:gd name="connsiteY0" fmla="*/ 0 h 8866"/>
              <a:gd name="connsiteX1" fmla="*/ 0 w 691575"/>
              <a:gd name="connsiteY1" fmla="*/ 0 h 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1575" h="8866">
                <a:moveTo>
                  <a:pt x="691576" y="0"/>
                </a:moveTo>
                <a:lnTo>
                  <a:pt x="0" y="0"/>
                </a:lnTo>
              </a:path>
            </a:pathLst>
          </a:custGeom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028B5C16-2909-487D-BE4D-A794F3BA7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5384" y="1857931"/>
            <a:ext cx="922101" cy="257362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16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orient="horz" pos="1584" userDrawn="1">
          <p15:clr>
            <a:srgbClr val="FBAE40"/>
          </p15:clr>
        </p15:guide>
        <p15:guide id="3" orient="horz" pos="271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9EDF1B-BFF2-495C-B3B8-4EE6F48140F0}"/>
              </a:ext>
            </a:extLst>
          </p:cNvPr>
          <p:cNvSpPr/>
          <p:nvPr userDrawn="1"/>
        </p:nvSpPr>
        <p:spPr>
          <a:xfrm>
            <a:off x="8412200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9F2809-C0D4-4624-9BF4-7A5A02FC6504}"/>
              </a:ext>
            </a:extLst>
          </p:cNvPr>
          <p:cNvSpPr/>
          <p:nvPr userDrawn="1"/>
        </p:nvSpPr>
        <p:spPr>
          <a:xfrm>
            <a:off x="1034142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38AFF1-A7FF-4F75-9E57-C1827806B34E}"/>
              </a:ext>
            </a:extLst>
          </p:cNvPr>
          <p:cNvSpPr/>
          <p:nvPr userDrawn="1"/>
        </p:nvSpPr>
        <p:spPr>
          <a:xfrm>
            <a:off x="4706975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4142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Title 1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4142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AA3FE14-6E13-47C9-A512-83A96F3D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83A9ED-5F19-4646-ADCE-C829C97154DC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187F4BE-3AD3-4857-B0A9-A9285E52D81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06975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 2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5F81158B-DA52-484D-8105-92B77E4DC4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06975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9AFDDE4E-007E-431B-937C-1B26959515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12200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 3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B096111-A95B-402E-B431-43D852C9E2A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12200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7EDA1598-95B9-4907-B9B9-46A0B9ACC8D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63AF9C34-CC92-4EDC-9D5F-1FABCEB874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EAEA54FD-376F-4285-9684-F9DFDE0B472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367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FBFD526-F385-422D-A7A7-BCE72D8141B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3"/>
            <a:ext cx="5288281" cy="6857999"/>
          </a:xfrm>
          <a:custGeom>
            <a:avLst/>
            <a:gdLst>
              <a:gd name="connsiteX0" fmla="*/ 0 w 5288281"/>
              <a:gd name="connsiteY0" fmla="*/ 0 h 6857999"/>
              <a:gd name="connsiteX1" fmla="*/ 1707378 w 5288281"/>
              <a:gd name="connsiteY1" fmla="*/ 0 h 6857999"/>
              <a:gd name="connsiteX2" fmla="*/ 1707378 w 5288281"/>
              <a:gd name="connsiteY2" fmla="*/ 1511096 h 6857999"/>
              <a:gd name="connsiteX3" fmla="*/ 5288281 w 5288281"/>
              <a:gd name="connsiteY3" fmla="*/ 1511096 h 6857999"/>
              <a:gd name="connsiteX4" fmla="*/ 5288281 w 5288281"/>
              <a:gd name="connsiteY4" fmla="*/ 3253159 h 6857999"/>
              <a:gd name="connsiteX5" fmla="*/ 1707378 w 5288281"/>
              <a:gd name="connsiteY5" fmla="*/ 3253159 h 6857999"/>
              <a:gd name="connsiteX6" fmla="*/ 1707378 w 5288281"/>
              <a:gd name="connsiteY6" fmla="*/ 5115860 h 6857999"/>
              <a:gd name="connsiteX7" fmla="*/ 5272034 w 5288281"/>
              <a:gd name="connsiteY7" fmla="*/ 5115860 h 6857999"/>
              <a:gd name="connsiteX8" fmla="*/ 5272034 w 5288281"/>
              <a:gd name="connsiteY8" fmla="*/ 6857999 h 6857999"/>
              <a:gd name="connsiteX9" fmla="*/ 0 w 5288281"/>
              <a:gd name="connsiteY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88281" h="6857999">
                <a:moveTo>
                  <a:pt x="0" y="0"/>
                </a:moveTo>
                <a:lnTo>
                  <a:pt x="1707378" y="0"/>
                </a:lnTo>
                <a:lnTo>
                  <a:pt x="1707378" y="1511096"/>
                </a:lnTo>
                <a:lnTo>
                  <a:pt x="5288281" y="1511096"/>
                </a:lnTo>
                <a:lnTo>
                  <a:pt x="5288281" y="3253159"/>
                </a:lnTo>
                <a:lnTo>
                  <a:pt x="1707378" y="3253159"/>
                </a:lnTo>
                <a:lnTo>
                  <a:pt x="1707378" y="5115860"/>
                </a:lnTo>
                <a:lnTo>
                  <a:pt x="5272034" y="5115860"/>
                </a:lnTo>
                <a:lnTo>
                  <a:pt x="5272034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B2DB8B03-EE62-48FF-8583-59DFBBED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3720" y="1419438"/>
            <a:ext cx="4450080" cy="924808"/>
          </a:xfrm>
        </p:spPr>
        <p:txBody>
          <a:bodyPr lIns="0" anchor="t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EAF98237-032C-4FA5-B76D-C29FB5F6FF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66082" y="3009550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4353DAE-0553-4AB4-8929-C4F0C1424E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66082" y="4017086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9651CB4B-B007-4E99-9371-20279E8FF7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66082" y="4957948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C0437717-0C1B-4589-AEF7-D8E934F4119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3720" y="2816574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E01B6B4-5A67-4429-A312-A531EC3BF4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03720" y="3805802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1673722D-82CF-4D94-9D83-D95A8DE5ACE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03721" y="4795030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05767D4F-E20C-4F37-B411-A7F221B6A8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29106" y="3074238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2" name="Text Placeholder 18">
            <a:extLst>
              <a:ext uri="{FF2B5EF4-FFF2-40B4-BE49-F238E27FC236}">
                <a16:creationId xmlns:a16="http://schemas.microsoft.com/office/drawing/2014/main" id="{BB90A96A-A614-41C0-9759-F6C15AE680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29106" y="4074889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983AE7FC-57B1-4AB3-8EAA-A85904DBBE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29106" y="5016921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8AECD175-60EB-459F-BA4C-8E4DE7BC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2180FF4C-4A98-4E30-B414-026CEECA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9498BBC0-E864-44E0-8C60-D13DC062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290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F48E-4E21-421F-A044-1D5C607BF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29000"/>
            <a:ext cx="4114797" cy="27479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457200" indent="0">
              <a:lnSpc>
                <a:spcPct val="150000"/>
              </a:lnSpc>
              <a:buNone/>
              <a:defRPr sz="1200"/>
            </a:lvl2pPr>
            <a:lvl3pPr marL="914400" indent="0">
              <a:lnSpc>
                <a:spcPct val="150000"/>
              </a:lnSpc>
              <a:buNone/>
              <a:defRPr sz="1200"/>
            </a:lvl3pPr>
            <a:lvl4pPr marL="1371600" indent="0">
              <a:lnSpc>
                <a:spcPct val="150000"/>
              </a:lnSpc>
              <a:buNone/>
              <a:defRPr sz="1200"/>
            </a:lvl4pPr>
            <a:lvl5pPr marL="1828800" indent="0">
              <a:lnSpc>
                <a:spcPct val="150000"/>
              </a:lnSpc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70E23-CF91-4792-9B98-182E6804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3" y="3429000"/>
            <a:ext cx="4114797" cy="27479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457200" indent="0">
              <a:lnSpc>
                <a:spcPct val="150000"/>
              </a:lnSpc>
              <a:buNone/>
              <a:defRPr sz="1200"/>
            </a:lvl2pPr>
            <a:lvl3pPr marL="914400" indent="0">
              <a:lnSpc>
                <a:spcPct val="150000"/>
              </a:lnSpc>
              <a:buNone/>
              <a:defRPr sz="1200"/>
            </a:lvl3pPr>
            <a:lvl4pPr marL="1371600" indent="0">
              <a:lnSpc>
                <a:spcPct val="150000"/>
              </a:lnSpc>
              <a:buNone/>
              <a:defRPr sz="1200"/>
            </a:lvl4pPr>
            <a:lvl5pPr marL="1828800" indent="0">
              <a:lnSpc>
                <a:spcPct val="150000"/>
              </a:lnSpc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A2875-2896-4182-BA30-FB502AC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769E-89D2-4868-B2CF-A0759A6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500" y="6356350"/>
            <a:ext cx="8763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011F19-A2C9-4F67-A7F1-592B85FF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C8CFDC-095C-4312-A01D-7430D1FEAA6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603500"/>
            <a:ext cx="0" cy="42545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DE385DE-9334-4CED-AD7E-F63A320B0512}"/>
              </a:ext>
            </a:extLst>
          </p:cNvPr>
          <p:cNvSpPr/>
          <p:nvPr userDrawn="1"/>
        </p:nvSpPr>
        <p:spPr>
          <a:xfrm>
            <a:off x="0" y="2324100"/>
            <a:ext cx="12192000" cy="63341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11839B3-0E6A-4750-8862-3A55B0FEF98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1" y="2413000"/>
            <a:ext cx="4114795" cy="49371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72DA832-BD58-447B-A20E-EA3A7F4EAFF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239003" y="2413000"/>
            <a:ext cx="4114797" cy="49371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64EBCEB5-BD23-4BD0-BB31-DF6A631D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2" y="6356350"/>
            <a:ext cx="3038469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Pitch deck</a:t>
            </a:r>
          </a:p>
        </p:txBody>
      </p:sp>
    </p:spTree>
    <p:extLst>
      <p:ext uri="{BB962C8B-B14F-4D97-AF65-F5344CB8AC3E}">
        <p14:creationId xmlns:p14="http://schemas.microsoft.com/office/powerpoint/2010/main" val="334844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57335" y="182200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335" y="216748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80795" y="333998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80795" y="368546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1710" y="485796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1710" y="520344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4844B5-3E4A-4209-AD6C-31EB9B57D62E}"/>
              </a:ext>
            </a:extLst>
          </p:cNvPr>
          <p:cNvCxnSpPr>
            <a:cxnSpLocks/>
          </p:cNvCxnSpPr>
          <p:nvPr userDrawn="1"/>
        </p:nvCxnSpPr>
        <p:spPr>
          <a:xfrm flipV="1">
            <a:off x="4369950" y="805543"/>
            <a:ext cx="3648352" cy="6052189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1519057B-4248-4880-A89E-5DCBBB15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9C837B-9B5F-01E7-D2C3-9487E916C5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343" y="196657"/>
            <a:ext cx="1239713" cy="40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11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7A5A-4225-417D-92C6-1C9A16E3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F48E-4E21-421F-A044-1D5C607BF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70E23-CF91-4792-9B98-182E6804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A2875-2896-4182-BA30-FB502AC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BA8EE-BF3B-4E61-9241-4BC605B3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769E-89D2-4868-B2CF-A0759A6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40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1C53D-85FC-41D8-9A69-F4734072C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4142" y="2046288"/>
            <a:ext cx="554445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446CE-03E2-409B-B8EF-7C188C1E6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4142" y="3162300"/>
            <a:ext cx="5544458" cy="3027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4FC59-2ADF-4A3F-BBF9-07FF02220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40588" y="2046288"/>
            <a:ext cx="4114800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7F889E-7C42-4396-AEE8-7B337AFAF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0588" y="3162300"/>
            <a:ext cx="4114800" cy="3027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D57D1-26E8-4CE2-AAA6-482AA55F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24918E-7FEA-4406-B5C4-9CA22363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5B8D0-7EB3-42DC-AD4D-51B34268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FF7DCBA-487E-4B33-BB90-0DADF952C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79E440-088D-4C5E-AE96-53292A60A147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251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2" y="1850572"/>
            <a:ext cx="10134601" cy="4093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A22921-D059-426E-8623-0C4322D5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6206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7B19AA7-3B63-43B8-BE54-6F7F01B262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04817" y="2233881"/>
            <a:ext cx="3387182" cy="2390238"/>
          </a:xfrm>
          <a:custGeom>
            <a:avLst/>
            <a:gdLst>
              <a:gd name="connsiteX0" fmla="*/ 1033243 w 3387182"/>
              <a:gd name="connsiteY0" fmla="*/ 0 h 2390238"/>
              <a:gd name="connsiteX1" fmla="*/ 3387182 w 3387182"/>
              <a:gd name="connsiteY1" fmla="*/ 0 h 2390238"/>
              <a:gd name="connsiteX2" fmla="*/ 3378264 w 3387182"/>
              <a:gd name="connsiteY2" fmla="*/ 2390238 h 2390238"/>
              <a:gd name="connsiteX3" fmla="*/ 0 w 3387182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7182" h="2390238">
                <a:moveTo>
                  <a:pt x="1033243" y="0"/>
                </a:moveTo>
                <a:lnTo>
                  <a:pt x="3387182" y="0"/>
                </a:lnTo>
                <a:lnTo>
                  <a:pt x="3378264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B55057A-5AE4-4EAE-8E1E-189462BF31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0016" y="2233881"/>
            <a:ext cx="3917851" cy="2390238"/>
          </a:xfrm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4433358-37F4-4631-87BD-71A4E90A4C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75215" y="2233881"/>
            <a:ext cx="3917851" cy="2390238"/>
          </a:xfrm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663A4BE-7DD2-4FAC-B36C-6A1DAB0740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233881"/>
            <a:ext cx="3378263" cy="2390238"/>
          </a:xfrm>
          <a:custGeom>
            <a:avLst/>
            <a:gdLst>
              <a:gd name="connsiteX0" fmla="*/ 0 w 3378263"/>
              <a:gd name="connsiteY0" fmla="*/ 0 h 2390238"/>
              <a:gd name="connsiteX1" fmla="*/ 3378263 w 3378263"/>
              <a:gd name="connsiteY1" fmla="*/ 0 h 2390238"/>
              <a:gd name="connsiteX2" fmla="*/ 2345020 w 3378263"/>
              <a:gd name="connsiteY2" fmla="*/ 2390238 h 2390238"/>
              <a:gd name="connsiteX3" fmla="*/ 0 w 3378263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263" h="2390238">
                <a:moveTo>
                  <a:pt x="0" y="0"/>
                </a:moveTo>
                <a:lnTo>
                  <a:pt x="3378263" y="0"/>
                </a:lnTo>
                <a:lnTo>
                  <a:pt x="2345020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F1FEE-F11E-4D86-B18A-334DC837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3D405-92C8-41A3-8CA8-EAB7EE6E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3E559-638A-4105-95C4-0812BAFB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157B5A6-CA34-4D5D-9A70-14D478D5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CEC8B31E-90EA-47DA-88C8-7210550FEC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54933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0B29C3B6-1467-4DB9-A2AE-6C82548895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54932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CAE507-1952-49D5-A01E-F3CEA53FEF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1476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BC2F8ABF-1CD3-4283-BBC9-9536E8C04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1475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E6695F4-4900-48B5-9D68-486774B8D7F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77835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FF214FA8-F7B7-40D8-A97C-52E0B0BDE1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77834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56B0AF9E-C16A-4170-A149-1E47AC0D81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00181" y="5057897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B1CB5369-F6CE-41B6-ACE8-9FA5781CB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00180" y="5403373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141151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8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88E0AC7A-AA85-427E-8B83-AEEF229EDA4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383802" y="3121794"/>
            <a:ext cx="1808198" cy="1097726"/>
          </a:xfrm>
          <a:custGeom>
            <a:avLst/>
            <a:gdLst>
              <a:gd name="connsiteX0" fmla="*/ 474569 w 1808198"/>
              <a:gd name="connsiteY0" fmla="*/ 0 h 1097726"/>
              <a:gd name="connsiteX1" fmla="*/ 1799279 w 1808198"/>
              <a:gd name="connsiteY1" fmla="*/ 0 h 1097726"/>
              <a:gd name="connsiteX2" fmla="*/ 1808198 w 1808198"/>
              <a:gd name="connsiteY2" fmla="*/ 1097726 h 1097726"/>
              <a:gd name="connsiteX3" fmla="*/ 0 w 1808198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198" h="1097726">
                <a:moveTo>
                  <a:pt x="474569" y="0"/>
                </a:moveTo>
                <a:lnTo>
                  <a:pt x="1799279" y="0"/>
                </a:lnTo>
                <a:lnTo>
                  <a:pt x="1808198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E6437AD1-FE22-40AE-8BB8-8B8B9C5770F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00427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97978D8E-FCD0-4E7C-BD0B-F2F47BA1B2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416963" y="3121794"/>
            <a:ext cx="1799279" cy="1097726"/>
          </a:xfrm>
          <a:custGeom>
            <a:avLst/>
            <a:gdLst>
              <a:gd name="connsiteX0" fmla="*/ 474570 w 1799279"/>
              <a:gd name="connsiteY0" fmla="*/ 0 h 1097726"/>
              <a:gd name="connsiteX1" fmla="*/ 1799279 w 1799279"/>
              <a:gd name="connsiteY1" fmla="*/ 0 h 1097726"/>
              <a:gd name="connsiteX2" fmla="*/ 132479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570" y="0"/>
                </a:moveTo>
                <a:lnTo>
                  <a:pt x="1799279" y="0"/>
                </a:lnTo>
                <a:lnTo>
                  <a:pt x="132479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83197EDA-7F24-4C0A-B859-34173E066FC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933589" y="3121794"/>
            <a:ext cx="1799125" cy="1097726"/>
          </a:xfrm>
          <a:custGeom>
            <a:avLst/>
            <a:gdLst>
              <a:gd name="connsiteX0" fmla="*/ 474570 w 1799125"/>
              <a:gd name="connsiteY0" fmla="*/ 0 h 1097726"/>
              <a:gd name="connsiteX1" fmla="*/ 1799125 w 1799125"/>
              <a:gd name="connsiteY1" fmla="*/ 0 h 1097726"/>
              <a:gd name="connsiteX2" fmla="*/ 1799125 w 1799125"/>
              <a:gd name="connsiteY2" fmla="*/ 356 h 1097726"/>
              <a:gd name="connsiteX3" fmla="*/ 1324799 w 1799125"/>
              <a:gd name="connsiteY3" fmla="*/ 1097726 h 1097726"/>
              <a:gd name="connsiteX4" fmla="*/ 0 w 1799125"/>
              <a:gd name="connsiteY4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9125" h="1097726">
                <a:moveTo>
                  <a:pt x="474570" y="0"/>
                </a:moveTo>
                <a:lnTo>
                  <a:pt x="1799125" y="0"/>
                </a:lnTo>
                <a:lnTo>
                  <a:pt x="1799125" y="356"/>
                </a:lnTo>
                <a:lnTo>
                  <a:pt x="132479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D5CFC424-FDBC-4BD5-B5FB-E2C7B5DE600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450214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2475369-85E0-474D-9454-6911B2BB54D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966838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9231E13B-CD8C-48FC-A6DB-E87F08B4628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483375" y="3121794"/>
            <a:ext cx="1799279" cy="1097726"/>
          </a:xfrm>
          <a:custGeom>
            <a:avLst/>
            <a:gdLst>
              <a:gd name="connsiteX0" fmla="*/ 474569 w 1799279"/>
              <a:gd name="connsiteY0" fmla="*/ 0 h 1097726"/>
              <a:gd name="connsiteX1" fmla="*/ 1799279 w 1799279"/>
              <a:gd name="connsiteY1" fmla="*/ 0 h 1097726"/>
              <a:gd name="connsiteX2" fmla="*/ 1324798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569" y="0"/>
                </a:moveTo>
                <a:lnTo>
                  <a:pt x="1799279" y="0"/>
                </a:lnTo>
                <a:lnTo>
                  <a:pt x="1324798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9A7D62AC-CCFA-44C3-98ED-F750B562B96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" y="3121794"/>
            <a:ext cx="1799279" cy="1097726"/>
          </a:xfrm>
          <a:custGeom>
            <a:avLst/>
            <a:gdLst>
              <a:gd name="connsiteX0" fmla="*/ 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F1FEE-F11E-4D86-B18A-334DC837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3D405-92C8-41A3-8CA8-EAB7EE6E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3E559-638A-4105-95C4-0812BAFB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157B5A6-CA34-4D5D-9A70-14D478D5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CAE507-1952-49D5-A01E-F3CEA53FEF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2325820"/>
            <a:ext cx="1799279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BC2F8ABF-1CD3-4283-BBC9-9536E8C04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9" y="2586626"/>
            <a:ext cx="1798870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15">
            <a:extLst>
              <a:ext uri="{FF2B5EF4-FFF2-40B4-BE49-F238E27FC236}">
                <a16:creationId xmlns:a16="http://schemas.microsoft.com/office/drawing/2014/main" id="{F3625817-ADC5-402C-BF70-E72E180EA94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29000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8" name="Text Placeholder 18">
            <a:extLst>
              <a:ext uri="{FF2B5EF4-FFF2-40B4-BE49-F238E27FC236}">
                <a16:creationId xmlns:a16="http://schemas.microsoft.com/office/drawing/2014/main" id="{1CD742BF-928E-4F96-A707-0762F7415A8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29005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15">
            <a:extLst>
              <a:ext uri="{FF2B5EF4-FFF2-40B4-BE49-F238E27FC236}">
                <a16:creationId xmlns:a16="http://schemas.microsoft.com/office/drawing/2014/main" id="{F63CF451-68B6-4006-B393-3926AD5577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95597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0" name="Text Placeholder 18">
            <a:extLst>
              <a:ext uri="{FF2B5EF4-FFF2-40B4-BE49-F238E27FC236}">
                <a16:creationId xmlns:a16="http://schemas.microsoft.com/office/drawing/2014/main" id="{0812886F-184C-40A8-A729-8B4B4926879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95602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1" name="Text Placeholder 15">
            <a:extLst>
              <a:ext uri="{FF2B5EF4-FFF2-40B4-BE49-F238E27FC236}">
                <a16:creationId xmlns:a16="http://schemas.microsoft.com/office/drawing/2014/main" id="{227745AB-F0A1-4D69-B3E7-1E05EC5A83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371508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2" name="Text Placeholder 18">
            <a:extLst>
              <a:ext uri="{FF2B5EF4-FFF2-40B4-BE49-F238E27FC236}">
                <a16:creationId xmlns:a16="http://schemas.microsoft.com/office/drawing/2014/main" id="{FA1D1660-FDA5-41B8-9EE3-ADA0E15F0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71513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5">
            <a:extLst>
              <a:ext uri="{FF2B5EF4-FFF2-40B4-BE49-F238E27FC236}">
                <a16:creationId xmlns:a16="http://schemas.microsoft.com/office/drawing/2014/main" id="{40B672B5-5EF2-428E-8952-03BB5F47FB4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83375" y="450748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4" name="Text Placeholder 18">
            <a:extLst>
              <a:ext uri="{FF2B5EF4-FFF2-40B4-BE49-F238E27FC236}">
                <a16:creationId xmlns:a16="http://schemas.microsoft.com/office/drawing/2014/main" id="{AAB3392A-4B63-483C-B97B-A962BA72959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83380" y="476828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5">
            <a:extLst>
              <a:ext uri="{FF2B5EF4-FFF2-40B4-BE49-F238E27FC236}">
                <a16:creationId xmlns:a16="http://schemas.microsoft.com/office/drawing/2014/main" id="{52F154E0-81D0-4ED7-81F5-F2A41F6EE2E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57493" y="450748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6" name="Text Placeholder 18">
            <a:extLst>
              <a:ext uri="{FF2B5EF4-FFF2-40B4-BE49-F238E27FC236}">
                <a16:creationId xmlns:a16="http://schemas.microsoft.com/office/drawing/2014/main" id="{D57D2666-5AA0-4552-8434-DE134549DA0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57498" y="476828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5">
            <a:extLst>
              <a:ext uri="{FF2B5EF4-FFF2-40B4-BE49-F238E27FC236}">
                <a16:creationId xmlns:a16="http://schemas.microsoft.com/office/drawing/2014/main" id="{7E6E0780-44C2-48C7-99F2-E711D9BFA85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416963" y="4502202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8" name="Text Placeholder 18">
            <a:extLst>
              <a:ext uri="{FF2B5EF4-FFF2-40B4-BE49-F238E27FC236}">
                <a16:creationId xmlns:a16="http://schemas.microsoft.com/office/drawing/2014/main" id="{41A5DBDC-E19D-4B74-863C-D63A78E493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16968" y="4763008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15">
            <a:extLst>
              <a:ext uri="{FF2B5EF4-FFF2-40B4-BE49-F238E27FC236}">
                <a16:creationId xmlns:a16="http://schemas.microsoft.com/office/drawing/2014/main" id="{EEFB1377-2783-49F1-A131-38F4B63B90C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76433" y="4527297"/>
            <a:ext cx="1799279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C188F315-95C8-490A-AB31-6B6D7A7A535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376438" y="4788103"/>
            <a:ext cx="1798870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051908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7A579D-F737-4350-8205-BCA37BAFE1AB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135F811-46C6-4574-99D7-6B90FE873BD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B03F056-6BD3-4D1E-B794-6796E05CC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DD442E15-02E7-470A-B455-1641DC03E51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7AB804A3-DDE8-4F7C-AA96-94BD89866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D76E21-775F-4F86-8F17-E8258055D6D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290EB005-534F-4E5E-81D4-3795AF32C8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DDA664B-9E00-41E2-903A-87130EEDB2D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38183B6-48F8-4715-8596-BFC77AFE924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C6D44CB-DAE7-40C8-B7B5-3AC0F92E22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D388CB94-B0AB-4513-9265-432FA36890D7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82DB4D40-3550-49E6-AF64-41E7E499F4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F6056747-20EC-4D2B-8AD5-79902BC518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568700" y="4464453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18097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65E2A4-B306-4415-9D4B-9E9F98B043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08046" cy="6858000"/>
          </a:xfrm>
          <a:custGeom>
            <a:avLst/>
            <a:gdLst>
              <a:gd name="connsiteX0" fmla="*/ 0 w 6508046"/>
              <a:gd name="connsiteY0" fmla="*/ 0 h 6858000"/>
              <a:gd name="connsiteX1" fmla="*/ 364331 w 6508046"/>
              <a:gd name="connsiteY1" fmla="*/ 0 h 6858000"/>
              <a:gd name="connsiteX2" fmla="*/ 1163270 w 6508046"/>
              <a:gd name="connsiteY2" fmla="*/ 2195274 h 6858000"/>
              <a:gd name="connsiteX3" fmla="*/ 1708696 w 6508046"/>
              <a:gd name="connsiteY3" fmla="*/ 4033986 h 6858000"/>
              <a:gd name="connsiteX4" fmla="*/ 1771025 w 6508046"/>
              <a:gd name="connsiteY4" fmla="*/ 4033986 h 6858000"/>
              <a:gd name="connsiteX5" fmla="*/ 2316450 w 6508046"/>
              <a:gd name="connsiteY5" fmla="*/ 2195274 h 6858000"/>
              <a:gd name="connsiteX6" fmla="*/ 3084403 w 6508046"/>
              <a:gd name="connsiteY6" fmla="*/ 0 h 6858000"/>
              <a:gd name="connsiteX7" fmla="*/ 6508046 w 6508046"/>
              <a:gd name="connsiteY7" fmla="*/ 0 h 6858000"/>
              <a:gd name="connsiteX8" fmla="*/ 6508046 w 6508046"/>
              <a:gd name="connsiteY8" fmla="*/ 6858000 h 6858000"/>
              <a:gd name="connsiteX9" fmla="*/ 4310896 w 6508046"/>
              <a:gd name="connsiteY9" fmla="*/ 6858000 h 6858000"/>
              <a:gd name="connsiteX10" fmla="*/ 4310896 w 6508046"/>
              <a:gd name="connsiteY10" fmla="*/ 4407962 h 6858000"/>
              <a:gd name="connsiteX11" fmla="*/ 4638169 w 6508046"/>
              <a:gd name="connsiteY11" fmla="*/ 683746 h 6858000"/>
              <a:gd name="connsiteX12" fmla="*/ 4575840 w 6508046"/>
              <a:gd name="connsiteY12" fmla="*/ 683746 h 6858000"/>
              <a:gd name="connsiteX13" fmla="*/ 3734395 w 6508046"/>
              <a:gd name="connsiteY13" fmla="*/ 3332738 h 6858000"/>
              <a:gd name="connsiteX14" fmla="*/ 2441823 w 6508046"/>
              <a:gd name="connsiteY14" fmla="*/ 6858000 h 6858000"/>
              <a:gd name="connsiteX15" fmla="*/ 914221 w 6508046"/>
              <a:gd name="connsiteY15" fmla="*/ 6858000 h 6858000"/>
              <a:gd name="connsiteX16" fmla="*/ 0 w 6508046"/>
              <a:gd name="connsiteY16" fmla="*/ 43361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08046" h="6858000">
                <a:moveTo>
                  <a:pt x="0" y="0"/>
                </a:moveTo>
                <a:lnTo>
                  <a:pt x="364331" y="0"/>
                </a:lnTo>
                <a:lnTo>
                  <a:pt x="1163270" y="2195274"/>
                </a:lnTo>
                <a:cubicBezTo>
                  <a:pt x="1350258" y="2787402"/>
                  <a:pt x="1521708" y="3395157"/>
                  <a:pt x="1708696" y="4033986"/>
                </a:cubicBezTo>
                <a:lnTo>
                  <a:pt x="1771025" y="4033986"/>
                </a:lnTo>
                <a:cubicBezTo>
                  <a:pt x="1958013" y="3395067"/>
                  <a:pt x="2113925" y="2787313"/>
                  <a:pt x="2316450" y="2195274"/>
                </a:cubicBezTo>
                <a:lnTo>
                  <a:pt x="3084403" y="0"/>
                </a:lnTo>
                <a:lnTo>
                  <a:pt x="6508046" y="0"/>
                </a:lnTo>
                <a:lnTo>
                  <a:pt x="6508046" y="6858000"/>
                </a:lnTo>
                <a:lnTo>
                  <a:pt x="4310896" y="6858000"/>
                </a:lnTo>
                <a:lnTo>
                  <a:pt x="4310896" y="4407962"/>
                </a:lnTo>
                <a:cubicBezTo>
                  <a:pt x="4310896" y="3410694"/>
                  <a:pt x="4513511" y="1681014"/>
                  <a:pt x="4638169" y="683746"/>
                </a:cubicBezTo>
                <a:lnTo>
                  <a:pt x="4575840" y="683746"/>
                </a:lnTo>
                <a:lnTo>
                  <a:pt x="3734395" y="3332738"/>
                </a:lnTo>
                <a:lnTo>
                  <a:pt x="2441823" y="6858000"/>
                </a:lnTo>
                <a:lnTo>
                  <a:pt x="914221" y="6858000"/>
                </a:lnTo>
                <a:lnTo>
                  <a:pt x="0" y="43361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771" y="4136571"/>
            <a:ext cx="3907972" cy="1883230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43743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2514" y="6356350"/>
            <a:ext cx="217553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A22921-D059-426E-8623-0C4322D5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771" y="3363686"/>
            <a:ext cx="3907972" cy="555171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8A5C12-53C3-4CC4-AA3B-D3292948C778}"/>
              </a:ext>
            </a:extLst>
          </p:cNvPr>
          <p:cNvCxnSpPr>
            <a:cxnSpLocks/>
          </p:cNvCxnSpPr>
          <p:nvPr userDrawn="1"/>
        </p:nvCxnSpPr>
        <p:spPr>
          <a:xfrm>
            <a:off x="7271657" y="0"/>
            <a:ext cx="0" cy="3124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3629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D230F83A-5E75-4047-ADC0-05151570D7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26578" y="0"/>
            <a:ext cx="5765422" cy="6858000"/>
          </a:xfrm>
          <a:custGeom>
            <a:avLst/>
            <a:gdLst>
              <a:gd name="connsiteX0" fmla="*/ 4105955 w 5765422"/>
              <a:gd name="connsiteY0" fmla="*/ 0 h 6858000"/>
              <a:gd name="connsiteX1" fmla="*/ 5765422 w 5765422"/>
              <a:gd name="connsiteY1" fmla="*/ 0 h 6858000"/>
              <a:gd name="connsiteX2" fmla="*/ 5765422 w 5765422"/>
              <a:gd name="connsiteY2" fmla="*/ 6858000 h 6858000"/>
              <a:gd name="connsiteX3" fmla="*/ 0 w 57654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5422" h="6858000">
                <a:moveTo>
                  <a:pt x="4105955" y="0"/>
                </a:moveTo>
                <a:lnTo>
                  <a:pt x="5765422" y="0"/>
                </a:lnTo>
                <a:lnTo>
                  <a:pt x="576542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6FD6FB9-CD68-47AB-A03D-06B72104AF1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11657" y="-16298"/>
            <a:ext cx="5555640" cy="6874299"/>
          </a:xfrm>
          <a:custGeom>
            <a:avLst/>
            <a:gdLst>
              <a:gd name="connsiteX0" fmla="*/ 0 w 5555640"/>
              <a:gd name="connsiteY0" fmla="*/ 0 h 6874299"/>
              <a:gd name="connsiteX1" fmla="*/ 5555640 w 5555640"/>
              <a:gd name="connsiteY1" fmla="*/ 8960 h 6874299"/>
              <a:gd name="connsiteX2" fmla="*/ 1445237 w 5555640"/>
              <a:gd name="connsiteY2" fmla="*/ 6874299 h 6874299"/>
              <a:gd name="connsiteX3" fmla="*/ 0 w 5555640"/>
              <a:gd name="connsiteY3" fmla="*/ 6874299 h 6874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5640" h="6874299">
                <a:moveTo>
                  <a:pt x="0" y="0"/>
                </a:moveTo>
                <a:lnTo>
                  <a:pt x="5555640" y="8960"/>
                </a:lnTo>
                <a:lnTo>
                  <a:pt x="1445237" y="6874299"/>
                </a:lnTo>
                <a:lnTo>
                  <a:pt x="0" y="68742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1307" y="4277953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56823" y="4752561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69713" y="5217644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AD14F11B-0FDD-41EF-8278-550F37093B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80046" y="5673201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B2270B-D707-4103-98F1-E697CEBA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1" y="3363686"/>
            <a:ext cx="3907972" cy="555171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12420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7FA4A-CE52-4DA0-8842-74FE37E2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BCD1D-6E4A-43CA-A3D4-B104CE27D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1BDA0-5B55-4A85-ACBF-31F8F3EB2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AA55C-7321-4214-9297-F53B7B9E5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30C71-8F7D-4855-A35C-46C83B4BF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6665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51" r:id="rId7"/>
    <p:sldLayoutId id="2147483671" r:id="rId8"/>
    <p:sldLayoutId id="2147483679" r:id="rId9"/>
    <p:sldLayoutId id="2147483677" r:id="rId10"/>
    <p:sldLayoutId id="2147483672" r:id="rId11"/>
    <p:sldLayoutId id="2147483652" r:id="rId12"/>
    <p:sldLayoutId id="2147483653" r:id="rId13"/>
    <p:sldLayoutId id="2147483650" r:id="rId14"/>
    <p:sldLayoutId id="2147483654" r:id="rId15"/>
    <p:sldLayoutId id="2147483674" r:id="rId16"/>
    <p:sldLayoutId id="2147483676" r:id="rId17"/>
    <p:sldLayoutId id="2147483673" r:id="rId18"/>
    <p:sldLayoutId id="2147483675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close up of girl writing&#10;">
            <a:extLst>
              <a:ext uri="{FF2B5EF4-FFF2-40B4-BE49-F238E27FC236}">
                <a16:creationId xmlns:a16="http://schemas.microsoft.com/office/drawing/2014/main" id="{54164480-ECF3-4F09-B48E-13A40EAE5A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3009" y="-21165"/>
            <a:ext cx="12192000" cy="6858000"/>
          </a:xfr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2D5ABC8-73C6-4DB8-B474-F46298EA24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84355" y="4687178"/>
            <a:ext cx="1598515" cy="1681163"/>
          </a:xfrm>
        </p:spPr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0C49F68-0122-45AF-8FB2-4A73D67BEF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40172" y="1726672"/>
            <a:ext cx="1253665" cy="1681163"/>
          </a:xfrm>
        </p:spPr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600DDB-51C1-4E0E-8FC1-10C888E4E7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9693" y="2858632"/>
            <a:ext cx="1253665" cy="1681163"/>
          </a:xfrm>
        </p:spPr>
        <p:txBody>
          <a:bodyPr/>
          <a:lstStyle/>
          <a:p>
            <a:r>
              <a:rPr lang="en-US" dirty="0"/>
              <a:t>T</a:t>
            </a:r>
          </a:p>
        </p:txBody>
      </p:sp>
      <p:sp>
        <p:nvSpPr>
          <p:cNvPr id="32" name="Subtitle 31">
            <a:extLst>
              <a:ext uri="{FF2B5EF4-FFF2-40B4-BE49-F238E27FC236}">
                <a16:creationId xmlns:a16="http://schemas.microsoft.com/office/drawing/2014/main" id="{F69B5076-6A18-4AD8-A2C2-DB967CF6E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0418" y="5325276"/>
            <a:ext cx="3677297" cy="68209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ai 2026 | 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Bulgaria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4BB374-4C53-4405-B3D6-928C68A87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36371" y="2017985"/>
            <a:ext cx="0" cy="15343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DDB411-0E13-3741-911B-CFCB74C5B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245428" y="5655432"/>
            <a:ext cx="331888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F85BB0E-FB21-8815-B5E6-0C0C26189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481" y="-152176"/>
            <a:ext cx="2411888" cy="2411888"/>
          </a:xfrm>
          <a:prstGeom prst="rect">
            <a:avLst/>
          </a:prstGeom>
        </p:spPr>
      </p:pic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A47182D-67EC-4ABA-F58F-D73D902C3791}"/>
              </a:ext>
            </a:extLst>
          </p:cNvPr>
          <p:cNvSpPr txBox="1">
            <a:spLocks/>
          </p:cNvSpPr>
          <p:nvPr/>
        </p:nvSpPr>
        <p:spPr>
          <a:xfrm>
            <a:off x="2413160" y="3633448"/>
            <a:ext cx="9880606" cy="168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800" dirty="0">
                <a:solidFill>
                  <a:schemeClr val="bg1"/>
                </a:solidFill>
              </a:rPr>
              <a:t>SATURDAYS</a:t>
            </a:r>
            <a:r>
              <a:rPr lang="en-US" sz="8800" dirty="0"/>
              <a:t> SOFIA</a:t>
            </a:r>
          </a:p>
        </p:txBody>
      </p:sp>
    </p:spTree>
    <p:extLst>
      <p:ext uri="{BB962C8B-B14F-4D97-AF65-F5344CB8AC3E}">
        <p14:creationId xmlns:p14="http://schemas.microsoft.com/office/powerpoint/2010/main" val="50631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996544" cy="743744"/>
          </a:xfrm>
        </p:spPr>
        <p:txBody>
          <a:bodyPr/>
          <a:lstStyle/>
          <a:p>
            <a:r>
              <a:rPr lang="en-ZA" sz="4000" dirty="0"/>
              <a:t> </a:t>
            </a:r>
            <a:r>
              <a:rPr lang="en-ZA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</a:t>
            </a:r>
            <a:r>
              <a:rPr lang="en-ZA" sz="4000" dirty="0"/>
              <a:t>amazing</a:t>
            </a:r>
            <a:r>
              <a:rPr lang="en-ZA" dirty="0"/>
              <a:t> </a:t>
            </a:r>
            <a:r>
              <a:rPr lang="en-ZA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sponsor</a:t>
            </a:r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FD85AB9F-B619-0003-E4AC-8496E016B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8060" y="2319801"/>
            <a:ext cx="3477601" cy="74374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CD97653-9C49-C9BD-A101-1EC62F230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872" y="5316925"/>
            <a:ext cx="2061003" cy="123660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77004BF-99B7-B5F0-65A5-8F052215F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626" y="4603192"/>
            <a:ext cx="2309121" cy="23091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C11B04-4DC4-2B66-C943-C62D9B85D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8060" y="4096810"/>
            <a:ext cx="1738800" cy="82542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7A9AB6E-8E2F-69CA-6E01-D921A27CB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5960" y="4102491"/>
            <a:ext cx="2309121" cy="814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240DEC-B421-9562-FC15-518C1D4459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860" y="5344096"/>
            <a:ext cx="1912270" cy="77152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0913BB9-0A46-30D1-486A-7B3F74CD2E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6890" y="5090400"/>
            <a:ext cx="1314174" cy="168965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685ED0F-080F-35AF-12CB-32D456521F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0079" y="1128356"/>
            <a:ext cx="2838828" cy="104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/>
          <a:lstStyle/>
          <a:p>
            <a:r>
              <a:rPr lang="en-US" dirty="0"/>
              <a:t>Meet the speaker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8ED43EC-2B81-4C03-B2D5-1E5BCA9AF59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56077" y="4511738"/>
            <a:ext cx="2443099" cy="361598"/>
          </a:xfrm>
        </p:spPr>
        <p:txBody>
          <a:bodyPr>
            <a:normAutofit/>
          </a:bodyPr>
          <a:lstStyle/>
          <a:p>
            <a:r>
              <a:rPr lang="en-US" dirty="0"/>
              <a:t>At Sofia Tech Park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6A6FDCC-E6D3-34A6-6ACD-7522EEB7D8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55522" y="4166902"/>
            <a:ext cx="2443654" cy="320381"/>
          </a:xfrm>
        </p:spPr>
        <p:txBody>
          <a:bodyPr/>
          <a:lstStyle/>
          <a:p>
            <a:r>
              <a:rPr lang="en-US" dirty="0"/>
              <a:t>10 October 2026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D84E693-556B-8C62-0F54-2DC81ED8F8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25153" y="4942717"/>
            <a:ext cx="2443654" cy="320381"/>
          </a:xfrm>
        </p:spPr>
        <p:txBody>
          <a:bodyPr/>
          <a:lstStyle/>
          <a:p>
            <a:r>
              <a:rPr lang="en-US"/>
              <a:t>Ivan Spiriev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897875F-D5B2-BC34-355D-C903BEFCA0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918829" y="5263097"/>
            <a:ext cx="2656303" cy="67275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Data Enablement Lead</a:t>
            </a:r>
          </a:p>
          <a:p>
            <a:pPr>
              <a:spcBef>
                <a:spcPts val="0"/>
              </a:spcBef>
            </a:pPr>
            <a:r>
              <a:rPr lang="en-US" dirty="0"/>
              <a:t>The World Bank Group</a:t>
            </a:r>
          </a:p>
        </p:txBody>
      </p:sp>
      <p:pic>
        <p:nvPicPr>
          <p:cNvPr id="52" name="Picture Placeholder 51">
            <a:extLst>
              <a:ext uri="{FF2B5EF4-FFF2-40B4-BE49-F238E27FC236}">
                <a16:creationId xmlns:a16="http://schemas.microsoft.com/office/drawing/2014/main" id="{FA05828E-A3CA-D1D6-72E5-A381489C57C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19489" b="19489"/>
          <a:stretch>
            <a:fillRect/>
          </a:stretch>
        </p:blipFill>
        <p:spPr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657805-0619-B800-1602-DB6E23947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297" y="2191214"/>
            <a:ext cx="2501323" cy="2501323"/>
          </a:xfrm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098BB-A5F5-C9EB-AE60-6BB049D5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FF96520-E4CE-4EAD-8ABF-1D2297D6B3A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62F172A5-9CCB-4B8C-B99E-904430AB7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-1115308"/>
            <a:ext cx="10134601" cy="9248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F535A4-2CB5-8B70-AB0A-DD35787AC29E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1034142" y="2811780"/>
            <a:ext cx="10134601" cy="3131820"/>
          </a:xfrm>
        </p:spPr>
        <p:txBody>
          <a:bodyPr anchor="t">
            <a:normAutofit/>
          </a:bodyPr>
          <a:lstStyle/>
          <a:p>
            <a:pPr indent="0">
              <a:buNone/>
            </a:pP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Lakehouse to Live App: Building Intelligent Data App with Databricks Apps and Genie Agents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3246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close up of a circuit board">
            <a:extLst>
              <a:ext uri="{FF2B5EF4-FFF2-40B4-BE49-F238E27FC236}">
                <a16:creationId xmlns:a16="http://schemas.microsoft.com/office/drawing/2014/main" id="{32B7DCB8-8642-41A3-89BF-66289A34E3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2700"/>
            <a:ext cx="7080595" cy="68707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0" y="1554480"/>
            <a:ext cx="4206240" cy="1097280"/>
          </a:xfrm>
        </p:spPr>
        <p:txBody>
          <a:bodyPr/>
          <a:lstStyle/>
          <a:p>
            <a:r>
              <a:rPr lang="en-US" b="1" dirty="0"/>
              <a:t>Today’s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800" y="2834640"/>
            <a:ext cx="4206240" cy="36576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800" b="1" dirty="0"/>
              <a:t>Coffee Chain Explorer: </a:t>
            </a:r>
            <a:r>
              <a:rPr lang="en-US" sz="1800" dirty="0"/>
              <a:t>a store manager app built on governed data</a:t>
            </a:r>
          </a:p>
          <a:p>
            <a:r>
              <a:rPr lang="en-US" sz="1800" b="1" dirty="0"/>
              <a:t>Data: </a:t>
            </a:r>
            <a:r>
              <a:rPr lang="en-US" sz="1800" dirty="0"/>
              <a:t>~50k sample transactions, 3 stores, waste and targets</a:t>
            </a:r>
          </a:p>
          <a:p>
            <a:r>
              <a:rPr lang="en-US" sz="1800" b="1" dirty="0"/>
              <a:t>Users: </a:t>
            </a:r>
            <a:r>
              <a:rPr lang="en-US" sz="1800" dirty="0"/>
              <a:t>HQ operations and a store manager</a:t>
            </a:r>
          </a:p>
          <a:p>
            <a:r>
              <a:rPr lang="en-US" sz="1800" b="1" dirty="0"/>
              <a:t>Goal: </a:t>
            </a:r>
            <a:r>
              <a:rPr lang="en-US" sz="1800" dirty="0"/>
              <a:t>KPIs + conversation + action, in one app</a:t>
            </a:r>
          </a:p>
        </p:txBody>
      </p:sp>
    </p:spTree>
    <p:extLst>
      <p:ext uri="{BB962C8B-B14F-4D97-AF65-F5344CB8AC3E}">
        <p14:creationId xmlns:p14="http://schemas.microsoft.com/office/powerpoint/2010/main" val="3632800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14EA2-CBDF-4C65-9598-93DEDB4C9C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3128" y="2167128"/>
            <a:ext cx="6675120" cy="77724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Data platform, data engineering, app dev and BI – each with its own backlog.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D82EC7-5ADD-4197-AE50-6BAA12DAE5D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53128" y="3355848"/>
            <a:ext cx="6675120" cy="77724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Pipelines, warehouse, catalog, API layer, web framework, auth, hosting, dashboards.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90250D0-F728-DAA1-1F3F-407FB625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01" y="401311"/>
            <a:ext cx="3000968" cy="1110286"/>
          </a:xfrm>
        </p:spPr>
        <p:txBody>
          <a:bodyPr/>
          <a:lstStyle/>
          <a:p>
            <a:pPr algn="ctr"/>
            <a:r>
              <a:rPr lang="en-US" b="1" dirty="0"/>
              <a:t>The “before”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7840CF9-28E6-E895-AAFE-4F108076CF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53128" y="1783080"/>
            <a:ext cx="6675120" cy="365760"/>
          </a:xfrm>
        </p:spPr>
        <p:txBody>
          <a:bodyPr/>
          <a:lstStyle/>
          <a:p>
            <a:r>
              <a:rPr lang="en-US" sz="2000" b="1" dirty="0"/>
              <a:t>4 teams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13C53F3-76A4-FA01-47D0-E4426A5510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53128" y="2971800"/>
            <a:ext cx="6675120" cy="365760"/>
          </a:xfrm>
        </p:spPr>
        <p:txBody>
          <a:bodyPr/>
          <a:lstStyle/>
          <a:p>
            <a:r>
              <a:rPr lang="en-US" sz="2000" b="1" dirty="0"/>
              <a:t>8 tools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E1F9555-5FCB-8DE8-A3FC-20DEF07CDEC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53128" y="4160520"/>
            <a:ext cx="6675120" cy="365760"/>
          </a:xfrm>
        </p:spPr>
        <p:txBody>
          <a:bodyPr/>
          <a:lstStyle/>
          <a:p>
            <a:r>
              <a:rPr lang="en-US" sz="2000" b="1" dirty="0"/>
              <a:t>8 weeks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7981DEC-99F3-67EC-B644-819FB872688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53128" y="4544568"/>
            <a:ext cx="6675120" cy="77724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/>
              <a:t>From the first request to a usable app – if priorities don’t shift.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022F430-B460-10A7-165F-41C5A8D0B3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53128" y="5065029"/>
            <a:ext cx="6675120" cy="365760"/>
          </a:xfrm>
        </p:spPr>
        <p:txBody>
          <a:bodyPr/>
          <a:lstStyle/>
          <a:p>
            <a:r>
              <a:rPr lang="en-US" sz="2000" b="1" dirty="0"/>
              <a:t>Today: 60 minutes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0B97951-1029-9DD0-4F4C-BC461CFB62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53128" y="5449077"/>
            <a:ext cx="6675120" cy="77724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/>
              <a:t>Illustrative numbers. Today we go from trusted data to a live app, on one platform.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490D0-8995-ABFF-185D-C9078A6041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b="1"/>
              <a:t>Governed once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5A6BB-25C3-DFC0-4E56-C9E936B370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4768" y="2415134"/>
            <a:ext cx="5041422" cy="885580"/>
          </a:xfrm>
        </p:spPr>
        <p:txBody>
          <a:bodyPr>
            <a:normAutofit/>
          </a:bodyPr>
          <a:lstStyle/>
          <a:p>
            <a:r>
              <a:rPr lang="en-US" sz="1800"/>
              <a:t>Permissions, lineage and audit are defined in Unity Catalog – not rebuilt per tool.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F3EB35-BDDA-A4E4-A5F7-BCD2B4853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438" y="690928"/>
            <a:ext cx="4912105" cy="732282"/>
          </a:xfrm>
        </p:spPr>
        <p:txBody>
          <a:bodyPr>
            <a:normAutofit/>
          </a:bodyPr>
          <a:lstStyle/>
          <a:p>
            <a:r>
              <a:rPr lang="en-US" b="1" dirty="0"/>
              <a:t>One platform, four layers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503AB4-8CCC-A763-4C42-1FC8B27B29F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300006" y="3587638"/>
            <a:ext cx="5042568" cy="3203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cap="all">
                <a:solidFill>
                  <a:srgbClr val="81CC48"/>
                </a:solidFill>
              </a:rPr>
              <a:t>No glue code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EA0C15-AFAD-461B-B70B-2AEDF297725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300007" y="3933114"/>
            <a:ext cx="5041422" cy="9668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>
                <a:solidFill>
                  <a:srgbClr val="D9D9D9"/>
                </a:solidFill>
              </a:rPr>
              <a:t>Genie and the app use the same identity and data – no extra APIs or sync jobs.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5A1681-6507-D962-4662-C8B60AB2140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98264" y="5105618"/>
            <a:ext cx="5042568" cy="3203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cap="all">
                <a:solidFill>
                  <a:srgbClr val="81CC48"/>
                </a:solidFill>
              </a:rPr>
              <a:t>Ask, don’t query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AD5DE88-A478-78B1-5EAE-69748FC64F0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98264" y="5451094"/>
            <a:ext cx="5041422" cy="950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>
                <a:solidFill>
                  <a:srgbClr val="D9D9D9"/>
                </a:solidFill>
              </a:rPr>
              <a:t>Business users get answers in natural language, grounded in trusted tables.</a:t>
            </a:r>
          </a:p>
        </p:txBody>
      </p:sp>
      <p:sp>
        <p:nvSpPr>
          <p:cNvPr id="40" name="Arch Lakehouse"/>
          <p:cNvSpPr/>
          <p:nvPr/>
        </p:nvSpPr>
        <p:spPr>
          <a:xfrm>
            <a:off x="700000" y="900000"/>
            <a:ext cx="3300000" cy="950000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 w="19050">
            <a:solidFill>
              <a:srgbClr val="81CC48"/>
            </a:solidFill>
          </a:ln>
        </p:spPr>
        <p:txBody>
          <a:bodyPr wrap="square" lIns="144000" rIns="144000" anchor="ctr">
            <a:normAutofit/>
          </a:bodyPr>
          <a:lstStyle/>
          <a:p>
            <a:pPr algn="l"/>
            <a:r>
              <a:rPr lang="en-US" sz="2000" b="1">
                <a:solidFill>
                  <a:srgbClr val="81CC48"/>
                </a:solidFill>
              </a:rPr>
              <a:t>1  Lakehouse</a:t>
            </a:r>
          </a:p>
          <a:p>
            <a:pPr algn="l"/>
            <a:r>
              <a:rPr lang="en-US" sz="1800">
                <a:solidFill>
                  <a:srgbClr val="FFFFFF"/>
                </a:solidFill>
              </a:rPr>
              <a:t>Delta tables on open storage</a:t>
            </a:r>
          </a:p>
        </p:txBody>
      </p:sp>
      <p:sp>
        <p:nvSpPr>
          <p:cNvPr id="41" name="Arch ar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0000" y="1900000"/>
            <a:ext cx="300000" cy="300000"/>
          </a:xfrm>
          <a:prstGeom prst="downArrow">
            <a:avLst/>
          </a:prstGeom>
          <a:solidFill>
            <a:srgbClr val="81CC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Arch Unity Catalog"/>
          <p:cNvSpPr/>
          <p:nvPr/>
        </p:nvSpPr>
        <p:spPr>
          <a:xfrm>
            <a:off x="700000" y="2250000"/>
            <a:ext cx="3300000" cy="950000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 w="19050">
            <a:solidFill>
              <a:srgbClr val="81CC48"/>
            </a:solidFill>
          </a:ln>
        </p:spPr>
        <p:txBody>
          <a:bodyPr wrap="square" lIns="144000" rIns="144000" anchor="ctr">
            <a:normAutofit lnSpcReduction="10000"/>
          </a:bodyPr>
          <a:lstStyle/>
          <a:p>
            <a:pPr algn="l"/>
            <a:r>
              <a:rPr lang="en-US" sz="2000" b="1">
                <a:solidFill>
                  <a:srgbClr val="81CC48"/>
                </a:solidFill>
              </a:rPr>
              <a:t>2  Unity Catalog</a:t>
            </a:r>
          </a:p>
          <a:p>
            <a:pPr algn="l"/>
            <a:r>
              <a:rPr lang="en-US" sz="1800">
                <a:solidFill>
                  <a:srgbClr val="FFFFFF"/>
                </a:solidFill>
              </a:rPr>
              <a:t>Governance, lineage, permissions</a:t>
            </a:r>
          </a:p>
        </p:txBody>
      </p:sp>
      <p:sp>
        <p:nvSpPr>
          <p:cNvPr id="43" name="Arch ar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0000" y="3250000"/>
            <a:ext cx="300000" cy="300000"/>
          </a:xfrm>
          <a:prstGeom prst="downArrow">
            <a:avLst/>
          </a:prstGeom>
          <a:solidFill>
            <a:srgbClr val="81CC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Arch Genie"/>
          <p:cNvSpPr/>
          <p:nvPr/>
        </p:nvSpPr>
        <p:spPr>
          <a:xfrm>
            <a:off x="700000" y="3600000"/>
            <a:ext cx="3300000" cy="950000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 w="19050">
            <a:solidFill>
              <a:srgbClr val="81CC48"/>
            </a:solidFill>
          </a:ln>
        </p:spPr>
        <p:txBody>
          <a:bodyPr wrap="square" lIns="144000" rIns="144000" anchor="ctr">
            <a:normAutofit lnSpcReduction="10000"/>
          </a:bodyPr>
          <a:lstStyle/>
          <a:p>
            <a:pPr algn="l"/>
            <a:r>
              <a:rPr lang="en-US" sz="2000" b="1">
                <a:solidFill>
                  <a:srgbClr val="81CC48"/>
                </a:solidFill>
              </a:rPr>
              <a:t>3  Genie Agent</a:t>
            </a:r>
          </a:p>
          <a:p>
            <a:pPr algn="l"/>
            <a:r>
              <a:rPr lang="en-US" sz="1800">
                <a:solidFill>
                  <a:srgbClr val="FFFFFF"/>
                </a:solidFill>
              </a:rPr>
              <a:t>Natural language → governed SQL</a:t>
            </a:r>
          </a:p>
        </p:txBody>
      </p:sp>
      <p:sp>
        <p:nvSpPr>
          <p:cNvPr id="45" name="Arch arro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0000" y="4600000"/>
            <a:ext cx="300000" cy="300000"/>
          </a:xfrm>
          <a:prstGeom prst="downArrow">
            <a:avLst/>
          </a:prstGeom>
          <a:solidFill>
            <a:srgbClr val="81CC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Arch Databricks App"/>
          <p:cNvSpPr/>
          <p:nvPr/>
        </p:nvSpPr>
        <p:spPr>
          <a:xfrm>
            <a:off x="700000" y="4950000"/>
            <a:ext cx="3300000" cy="950000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 w="19050">
            <a:solidFill>
              <a:srgbClr val="81CC48"/>
            </a:solidFill>
          </a:ln>
        </p:spPr>
        <p:txBody>
          <a:bodyPr wrap="square" lIns="144000" rIns="144000" anchor="ctr">
            <a:normAutofit/>
          </a:bodyPr>
          <a:lstStyle/>
          <a:p>
            <a:pPr algn="l"/>
            <a:r>
              <a:rPr lang="en-US" sz="2000" b="1">
                <a:solidFill>
                  <a:srgbClr val="81CC48"/>
                </a:solidFill>
              </a:rPr>
              <a:t>4  Databricks App</a:t>
            </a:r>
          </a:p>
          <a:p>
            <a:pPr algn="l"/>
            <a:r>
              <a:rPr lang="en-US" sz="1800">
                <a:solidFill>
                  <a:srgbClr val="FFFFFF"/>
                </a:solidFill>
              </a:rPr>
              <a:t>The business user’s front door</a:t>
            </a:r>
          </a:p>
        </p:txBody>
      </p:sp>
    </p:spTree>
    <p:extLst>
      <p:ext uri="{BB962C8B-B14F-4D97-AF65-F5344CB8AC3E}">
        <p14:creationId xmlns:p14="http://schemas.microsoft.com/office/powerpoint/2010/main" val="400783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Four layers, one store-manager app</a:t>
            </a:r>
          </a:p>
        </p:txBody>
      </p:sp>
      <p:sp>
        <p:nvSpPr>
          <p:cNvPr id="3" name="Pattern 1 Heading"/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/>
              <a:t>KPI header</a:t>
            </a:r>
          </a:p>
        </p:txBody>
      </p:sp>
      <p:sp>
        <p:nvSpPr>
          <p:cNvPr id="4" name="Pattern 1 Body"/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/>
              <a:t>Revenue vs. target, waste rate and Store Health Score – read from the store scorecard.</a:t>
            </a:r>
          </a:p>
        </p:txBody>
      </p:sp>
      <p:sp>
        <p:nvSpPr>
          <p:cNvPr id="5" name="Pattern 2 Heading"/>
          <p:cNvSpPr>
            <a:spLocks noGrp="1"/>
          </p:cNvSpPr>
          <p:nvPr>
            <p:ph type="body" sz="quarter" idx="43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/>
              <a:t>Genie Agent chat</a:t>
            </a:r>
          </a:p>
        </p:txBody>
      </p:sp>
      <p:sp>
        <p:nvSpPr>
          <p:cNvPr id="6" name="Pattern 2 Body"/>
          <p:cNvSpPr>
            <a:spLocks noGrp="1"/>
          </p:cNvSpPr>
          <p:nvPr>
            <p:ph type="body" sz="quarter" idx="4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/>
              <a:t>Plain-language questions, answered with a table, chart and the SQL behind it.</a:t>
            </a:r>
          </a:p>
        </p:txBody>
      </p:sp>
      <p:sp>
        <p:nvSpPr>
          <p:cNvPr id="7" name="Pattern 3 Heading"/>
          <p:cNvSpPr>
            <a:spLocks noGrp="1"/>
          </p:cNvSpPr>
          <p:nvPr>
            <p:ph type="body" sz="quarter" idx="46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/>
              <a:t>Action</a:t>
            </a:r>
          </a:p>
        </p:txBody>
      </p:sp>
      <p:sp>
        <p:nvSpPr>
          <p:cNvPr id="8" name="Pattern 3 Body"/>
          <p:cNvSpPr>
            <a:spLocks noGrp="1"/>
          </p:cNvSpPr>
          <p:nvPr>
            <p:ph type="body" sz="quarter" idx="4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/>
              <a:t>“Flag waste issue” writes to a governed notes table. All three run as the signed-in user.</a:t>
            </a:r>
          </a:p>
        </p:txBody>
      </p:sp>
      <p:sp>
        <p:nvSpPr>
          <p:cNvPr id="9" name="Architecture to app bridge"/>
          <p:cNvSpPr txBox="1"/>
          <p:nvPr/>
        </p:nvSpPr>
        <p:spPr>
          <a:xfrm>
            <a:off x="1124712" y="215798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>
                <a:solidFill>
                  <a:srgbClr val="FFFFFF"/>
                </a:solidFill>
              </a:rPr>
              <a:t>The platform becomes one screen for the store manager.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54ED1552-4FFA-5917-41F0-3E137200EA2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b="144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31ED10-0A83-49CE-98FA-D420E3AAC7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0085" y="4546575"/>
            <a:ext cx="1500624" cy="1681163"/>
          </a:xfrm>
        </p:spPr>
        <p:txBody>
          <a:bodyPr/>
          <a:lstStyle/>
          <a:p>
            <a:r>
              <a:rPr lang="en-US" dirty="0"/>
              <a:t>O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B0A41CC-FB36-4319-BBBE-AA74E5A1B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7374" y="2750392"/>
            <a:ext cx="1253665" cy="1681163"/>
          </a:xfrm>
        </p:spPr>
        <p:txBody>
          <a:bodyPr/>
          <a:lstStyle/>
          <a:p>
            <a:r>
              <a:rPr lang="en-US" dirty="0"/>
              <a:t>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997A14-473C-4DE2-94EB-80C3F334E4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380" y="903514"/>
            <a:ext cx="1253665" cy="1681163"/>
          </a:xfrm>
        </p:spPr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2958308-20D5-405F-BD76-550B9140B0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7374" y="897072"/>
            <a:ext cx="1253665" cy="1681163"/>
          </a:xfrm>
        </p:spPr>
        <p:txBody>
          <a:bodyPr/>
          <a:lstStyle/>
          <a:p>
            <a:r>
              <a:rPr lang="en-US" dirty="0"/>
              <a:t>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688" y="1857400"/>
            <a:ext cx="5747657" cy="992505"/>
          </a:xfrm>
        </p:spPr>
        <p:txBody>
          <a:bodyPr>
            <a:noAutofit/>
          </a:bodyPr>
          <a:lstStyle/>
          <a:p>
            <a:r>
              <a:rPr lang="en-US"/>
              <a:t>Data to app, live</a:t>
            </a:r>
            <a:endParaRPr lang="en-US" dirty="0"/>
          </a:p>
        </p:txBody>
      </p:sp>
      <p:sp>
        <p:nvSpPr>
          <p:cNvPr id="34" name="Graphic 8">
            <a:extLst>
              <a:ext uri="{FF2B5EF4-FFF2-40B4-BE49-F238E27FC236}">
                <a16:creationId xmlns:a16="http://schemas.microsoft.com/office/drawing/2014/main" id="{2605E566-83BF-4E26-ABAF-2EFCD9336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45311" y="1857400"/>
            <a:ext cx="691575" cy="8866"/>
          </a:xfrm>
          <a:custGeom>
            <a:avLst/>
            <a:gdLst>
              <a:gd name="connsiteX0" fmla="*/ 691576 w 691575"/>
              <a:gd name="connsiteY0" fmla="*/ 0 h 8866"/>
              <a:gd name="connsiteX1" fmla="*/ 0 w 691575"/>
              <a:gd name="connsiteY1" fmla="*/ 0 h 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1575" h="8866">
                <a:moveTo>
                  <a:pt x="691576" y="0"/>
                </a:moveTo>
                <a:lnTo>
                  <a:pt x="0" y="0"/>
                </a:lnTo>
              </a:path>
            </a:pathLst>
          </a:custGeom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2DBA301F-6BB2-41DC-8962-5D0CC49F7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5384" y="1857931"/>
            <a:ext cx="922101" cy="257362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6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73ACB0-C882-7161-F5BB-8D1DD1F5B9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6448" y="1819656"/>
            <a:ext cx="3291840" cy="347472"/>
          </a:xfrm>
        </p:spPr>
        <p:txBody>
          <a:bodyPr/>
          <a:lstStyle/>
          <a:p>
            <a:r>
              <a:rPr lang="en-US" sz="2000" b="1"/>
              <a:t>An app, not a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86275-4AEA-9189-E824-F31CF85257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6448" y="2167128"/>
            <a:ext cx="3291840" cy="1097280"/>
          </a:xfrm>
        </p:spPr>
        <p:txBody>
          <a:bodyPr>
            <a:normAutofit/>
          </a:bodyPr>
          <a:lstStyle/>
          <a:p>
            <a:r>
              <a:rPr lang="en-US" sz="1800"/>
              <a:t>KPIs, conversation and action in one screen, built for one role.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42E6EC-DE2F-E02E-6834-A1377C4D99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77456" y="3337560"/>
            <a:ext cx="4023360" cy="347472"/>
          </a:xfrm>
        </p:spPr>
        <p:txBody>
          <a:bodyPr/>
          <a:lstStyle/>
          <a:p>
            <a:r>
              <a:rPr lang="en-US" sz="2000" b="1"/>
              <a:t>Governance built in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7CC4747-0531-DF82-0DEA-87D802BC33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77456" y="3685032"/>
            <a:ext cx="4023360" cy="1097280"/>
          </a:xfrm>
        </p:spPr>
        <p:txBody>
          <a:bodyPr>
            <a:normAutofit/>
          </a:bodyPr>
          <a:lstStyle/>
          <a:p>
            <a:r>
              <a:rPr lang="en-US" sz="1800"/>
              <a:t>Unity Catalog permissions follow the data into Genie and the app.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6CCAB2-1590-3311-AC15-4ECAA34A30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36208" y="4855464"/>
            <a:ext cx="4023360" cy="347472"/>
          </a:xfrm>
        </p:spPr>
        <p:txBody>
          <a:bodyPr/>
          <a:lstStyle/>
          <a:p>
            <a:r>
              <a:rPr lang="en-US" sz="2000" b="1"/>
              <a:t>No ticket queues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8A696D-B6D8-F9F7-537C-A0F04A58C4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36208" y="5202936"/>
            <a:ext cx="4023360" cy="1097280"/>
          </a:xfrm>
        </p:spPr>
        <p:txBody>
          <a:bodyPr>
            <a:normAutofit/>
          </a:bodyPr>
          <a:lstStyle/>
          <a:p>
            <a:r>
              <a:rPr lang="en-US" sz="1800"/>
              <a:t>Citizen developers ship trusted tools without waiting on central teams.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7A545EA-A0EB-D48C-66A3-E8E8F0F9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matters</a:t>
            </a:r>
          </a:p>
        </p:txBody>
      </p:sp>
    </p:spTree>
    <p:extLst>
      <p:ext uri="{BB962C8B-B14F-4D97-AF65-F5344CB8AC3E}">
        <p14:creationId xmlns:p14="http://schemas.microsoft.com/office/powerpoint/2010/main" val="76294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Where this fits</a:t>
            </a:r>
          </a:p>
        </p:txBody>
      </p:sp>
      <p:sp>
        <p:nvSpPr>
          <p:cNvPr id="3" name="Pattern 1 Heading"/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/>
              <a:t>Internal tools</a:t>
            </a:r>
          </a:p>
        </p:txBody>
      </p:sp>
      <p:sp>
        <p:nvSpPr>
          <p:cNvPr id="4" name="Pattern 1 Body"/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/>
              <a:t>Self-service Q&amp;A over curated data for program, finance or operations teams.</a:t>
            </a:r>
          </a:p>
        </p:txBody>
      </p:sp>
      <p:sp>
        <p:nvSpPr>
          <p:cNvPr id="5" name="Pattern 2 Heading"/>
          <p:cNvSpPr>
            <a:spLocks noGrp="1"/>
          </p:cNvSpPr>
          <p:nvPr>
            <p:ph type="body" sz="quarter" idx="43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/>
              <a:t>Embedded analytics</a:t>
            </a:r>
          </a:p>
        </p:txBody>
      </p:sp>
      <p:sp>
        <p:nvSpPr>
          <p:cNvPr id="6" name="Pattern 2 Body"/>
          <p:cNvSpPr>
            <a:spLocks noGrp="1"/>
          </p:cNvSpPr>
          <p:nvPr>
            <p:ph type="body" sz="quarter" idx="4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/>
              <a:t>A Genie-powered assistant inside an existing portal or workflow.</a:t>
            </a:r>
          </a:p>
        </p:txBody>
      </p:sp>
      <p:sp>
        <p:nvSpPr>
          <p:cNvPr id="7" name="Pattern 3 Heading"/>
          <p:cNvSpPr>
            <a:spLocks noGrp="1"/>
          </p:cNvSpPr>
          <p:nvPr>
            <p:ph type="body" sz="quarter" idx="46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/>
              <a:t>Operational apps</a:t>
            </a:r>
          </a:p>
        </p:txBody>
      </p:sp>
      <p:sp>
        <p:nvSpPr>
          <p:cNvPr id="8" name="Pattern 3 Body"/>
          <p:cNvSpPr>
            <a:spLocks noGrp="1"/>
          </p:cNvSpPr>
          <p:nvPr>
            <p:ph type="body" sz="quarter" idx="4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/>
              <a:t>Review, approve and act on data, with write-back to governed tables.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73ACB0-C882-7161-F5BB-8D1DD1F5B9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6448" y="1819656"/>
            <a:ext cx="3291840" cy="347472"/>
          </a:xfrm>
        </p:spPr>
        <p:txBody>
          <a:bodyPr/>
          <a:lstStyle/>
          <a:p>
            <a:r>
              <a:rPr lang="en-US" sz="2000" b="1"/>
              <a:t>1  Pick one role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86275-4AEA-9189-E824-F31CF85257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6448" y="2167128"/>
            <a:ext cx="3291840" cy="1097280"/>
          </a:xfrm>
        </p:spPr>
        <p:txBody>
          <a:bodyPr>
            <a:normAutofit/>
          </a:bodyPr>
          <a:lstStyle/>
          <a:p>
            <a:r>
              <a:rPr lang="en-US" sz="1800"/>
              <a:t>One user, one decision they make every week.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42E6EC-DE2F-E02E-6834-A1377C4D99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77456" y="3337560"/>
            <a:ext cx="4023360" cy="347472"/>
          </a:xfrm>
        </p:spPr>
        <p:txBody>
          <a:bodyPr/>
          <a:lstStyle/>
          <a:p>
            <a:r>
              <a:rPr lang="en-US" sz="2000" b="1"/>
              <a:t>2  Govern the data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7CC4747-0531-DF82-0DEA-87D802BC33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77456" y="3685032"/>
            <a:ext cx="4023360" cy="1097280"/>
          </a:xfrm>
        </p:spPr>
        <p:txBody>
          <a:bodyPr>
            <a:normAutofit/>
          </a:bodyPr>
          <a:lstStyle/>
          <a:p>
            <a:r>
              <a:rPr lang="en-US" sz="1800"/>
              <a:t>Curate the tables in Unity Catalog; add comments, masks, filters.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6CCAB2-1590-3311-AC15-4ECAA34A30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36208" y="4855464"/>
            <a:ext cx="4023360" cy="347472"/>
          </a:xfrm>
        </p:spPr>
        <p:txBody>
          <a:bodyPr/>
          <a:lstStyle/>
          <a:p>
            <a:r>
              <a:rPr lang="en-US" sz="2000" b="1"/>
              <a:t>3  Add agent and app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8A696D-B6D8-F9F7-537C-A0F04A58C4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36208" y="5202936"/>
            <a:ext cx="4023360" cy="1097280"/>
          </a:xfrm>
        </p:spPr>
        <p:txBody>
          <a:bodyPr>
            <a:normAutofit/>
          </a:bodyPr>
          <a:lstStyle/>
          <a:p>
            <a:r>
              <a:rPr lang="en-US" sz="1800"/>
              <a:t>Point a Genie space at it and wrap it in an app with user auth.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7A545EA-A0EB-D48C-66A3-E8E8F0F9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Build on Monday</a:t>
            </a:r>
          </a:p>
        </p:txBody>
      </p:sp>
    </p:spTree>
    <p:extLst>
      <p:ext uri="{BB962C8B-B14F-4D97-AF65-F5344CB8AC3E}">
        <p14:creationId xmlns:p14="http://schemas.microsoft.com/office/powerpoint/2010/main" val="76294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4C8A3-BFE6-44FA-B04F-1AE7E2151B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33985" y="4302345"/>
            <a:ext cx="3914057" cy="470424"/>
          </a:xfrm>
        </p:spPr>
        <p:txBody>
          <a:bodyPr>
            <a:noAutofit/>
          </a:bodyPr>
          <a:lstStyle/>
          <a:p>
            <a:r>
              <a:rPr lang="en-US" sz="1800" dirty="0"/>
              <a:t>Feel free to ask any questions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C4A8-F198-4008-B069-610BBFEC409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21F17E-3711-4948-8F8C-9D77E89C60B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56823" y="4752561"/>
            <a:ext cx="2310968" cy="470424"/>
          </a:xfrm>
        </p:spPr>
        <p:txBody>
          <a:bodyPr>
            <a:normAutofit/>
          </a:bodyPr>
          <a:lstStyle/>
          <a:p>
            <a:r>
              <a:rPr lang="en-US" sz="1800" dirty="0"/>
              <a:t>No need to be shy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903324-E706-4B0F-AAA4-EE70028E865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79305" y="5237536"/>
            <a:ext cx="4028661" cy="470424"/>
          </a:xfrm>
        </p:spPr>
        <p:txBody>
          <a:bodyPr>
            <a:noAutofit/>
          </a:bodyPr>
          <a:lstStyle/>
          <a:p>
            <a:r>
              <a:rPr lang="en-US" sz="1800" dirty="0"/>
              <a:t>Maybe you’ll get the perfect 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56823" y="5723782"/>
            <a:ext cx="2310968" cy="470424"/>
          </a:xfrm>
        </p:spPr>
        <p:txBody>
          <a:bodyPr>
            <a:normAutofit/>
          </a:bodyPr>
          <a:lstStyle/>
          <a:p>
            <a:r>
              <a:rPr lang="en-US" sz="1800" dirty="0"/>
              <a:t>See you next year </a:t>
            </a:r>
            <a:r>
              <a:rPr lang="en-US" sz="1800" dirty="0">
                <a:solidFill>
                  <a:srgbClr val="0070C0"/>
                </a:solidFill>
              </a:rPr>
              <a:t>2027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1" y="3363686"/>
            <a:ext cx="3907972" cy="555171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Thank you</a:t>
            </a: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5DE6AA95-1EE6-0980-8780-FA8D17CC3724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/>
          <a:srcRect l="8800" t="1154" r="37328" b="-1154"/>
          <a:stretch>
            <a:fillRect/>
          </a:stretch>
        </p:blipFill>
        <p:spPr>
          <a:xfrm>
            <a:off x="21734" y="-73464"/>
            <a:ext cx="5555640" cy="6874299"/>
          </a:xfrm>
          <a:custGeom>
            <a:avLst/>
            <a:gdLst>
              <a:gd name="connsiteX0" fmla="*/ 0 w 5555640"/>
              <a:gd name="connsiteY0" fmla="*/ 0 h 6874299"/>
              <a:gd name="connsiteX1" fmla="*/ 5555640 w 5555640"/>
              <a:gd name="connsiteY1" fmla="*/ 8960 h 6874299"/>
              <a:gd name="connsiteX2" fmla="*/ 1445237 w 5555640"/>
              <a:gd name="connsiteY2" fmla="*/ 6874299 h 6874299"/>
              <a:gd name="connsiteX3" fmla="*/ 0 w 5555640"/>
              <a:gd name="connsiteY3" fmla="*/ 6874299 h 6874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5640" h="6874299">
                <a:moveTo>
                  <a:pt x="0" y="0"/>
                </a:moveTo>
                <a:lnTo>
                  <a:pt x="5555640" y="8960"/>
                </a:lnTo>
                <a:lnTo>
                  <a:pt x="1445237" y="6874299"/>
                </a:lnTo>
                <a:lnTo>
                  <a:pt x="0" y="6874299"/>
                </a:lnTo>
                <a:close/>
              </a:path>
            </a:pathLst>
          </a:custGeom>
        </p:spPr>
      </p:pic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AB2FAC7B-F528-8608-63CF-ED024D6AB727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3"/>
          <a:srcRect l="25614" r="18336"/>
          <a:stretch>
            <a:fillRect/>
          </a:stretch>
        </p:blipFill>
        <p:spPr>
          <a:xfrm>
            <a:off x="6426578" y="0"/>
            <a:ext cx="5765422" cy="6858000"/>
          </a:xfrm>
          <a:custGeom>
            <a:avLst/>
            <a:gdLst>
              <a:gd name="connsiteX0" fmla="*/ 4105955 w 5765422"/>
              <a:gd name="connsiteY0" fmla="*/ 0 h 6858000"/>
              <a:gd name="connsiteX1" fmla="*/ 5765422 w 5765422"/>
              <a:gd name="connsiteY1" fmla="*/ 0 h 6858000"/>
              <a:gd name="connsiteX2" fmla="*/ 5765422 w 5765422"/>
              <a:gd name="connsiteY2" fmla="*/ 6858000 h 6858000"/>
              <a:gd name="connsiteX3" fmla="*/ 0 w 57654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5422" h="6858000">
                <a:moveTo>
                  <a:pt x="4105955" y="0"/>
                </a:moveTo>
                <a:lnTo>
                  <a:pt x="5765422" y="0"/>
                </a:lnTo>
                <a:lnTo>
                  <a:pt x="576542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BD86BDD-C7C8-9401-4A5E-6F65FF0B2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833" y="2013722"/>
            <a:ext cx="3623916" cy="1193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9AD835-AA8A-67CE-F7BB-1B451524A5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4589" y="4164738"/>
            <a:ext cx="2305628" cy="237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836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4">
      <a:dk1>
        <a:srgbClr val="1E1E1E"/>
      </a:dk1>
      <a:lt1>
        <a:sysClr val="window" lastClr="FFFFFF"/>
      </a:lt1>
      <a:dk2>
        <a:srgbClr val="44546A"/>
      </a:dk2>
      <a:lt2>
        <a:srgbClr val="E7E6E6"/>
      </a:lt2>
      <a:accent1>
        <a:srgbClr val="81CC48"/>
      </a:accent1>
      <a:accent2>
        <a:srgbClr val="45BEAD"/>
      </a:accent2>
      <a:accent3>
        <a:srgbClr val="BFFF4B"/>
      </a:accent3>
      <a:accent4>
        <a:srgbClr val="B001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0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M Deck_tm12041065_Win32_LW_v2" id="{4F206296-6CCA-437B-ABEB-95E882651B70}" vid="{35168526-4CBB-4325-9C81-5B5C83385F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17B950-985C-4D79-B0A3-FA5D2FD780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126E60-8824-40C8-9624-5890E719C52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72B6A28-7094-4F7C-9CE6-FEFFCFA7E1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</TotalTime>
  <Words>637</Words>
  <Application>Microsoft Office PowerPoint</Application>
  <PresentationFormat>Widescreen</PresentationFormat>
  <Paragraphs>85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Source Sans Pro</vt:lpstr>
      <vt:lpstr>Office Theme</vt:lpstr>
      <vt:lpstr>PowerPoint Presentation</vt:lpstr>
      <vt:lpstr> our amazing sponsor</vt:lpstr>
      <vt:lpstr>Meet the speaker</vt:lpstr>
      <vt:lpstr>PowerPoint Presentation</vt:lpstr>
      <vt:lpstr>Today’s scenario</vt:lpstr>
      <vt:lpstr>The “before”</vt:lpstr>
      <vt:lpstr>One platform, four layers</vt:lpstr>
      <vt:lpstr>Four layers, one store-manager app</vt:lpstr>
      <vt:lpstr>Data to app, live</vt:lpstr>
      <vt:lpstr>Why this matters</vt:lpstr>
      <vt:lpstr>Where this fits</vt:lpstr>
      <vt:lpstr>Build on Monday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Spiriev</dc:creator>
  <cp:lastModifiedBy>Ivan Spiriev</cp:lastModifiedBy>
  <cp:revision>4</cp:revision>
  <dcterms:created xsi:type="dcterms:W3CDTF">2025-10-29T13:35:08Z</dcterms:created>
  <dcterms:modified xsi:type="dcterms:W3CDTF">2026-10-10T07:13:44Z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89608d83-f952-409d-b7c5-456515bbbf5a_Enabled">
    <vt:lpwstr>true</vt:lpwstr>
  </property>
  <property fmtid="{D5CDD505-2E9C-101B-9397-08002B2CF9AE}" pid="4" name="MSIP_Label_89608d83-f952-409d-b7c5-456515bbbf5a_SetDate">
    <vt:lpwstr>2026-10-10T07:13:42Z</vt:lpwstr>
  </property>
  <property fmtid="{D5CDD505-2E9C-101B-9397-08002B2CF9AE}" pid="5" name="MSIP_Label_89608d83-f952-409d-b7c5-456515bbbf5a_Method">
    <vt:lpwstr>Privileged</vt:lpwstr>
  </property>
  <property fmtid="{D5CDD505-2E9C-101B-9397-08002B2CF9AE}" pid="6" name="MSIP_Label_89608d83-f952-409d-b7c5-456515bbbf5a_Name">
    <vt:lpwstr>Public</vt:lpwstr>
  </property>
  <property fmtid="{D5CDD505-2E9C-101B-9397-08002B2CF9AE}" pid="7" name="MSIP_Label_89608d83-f952-409d-b7c5-456515bbbf5a_SiteId">
    <vt:lpwstr>31a2fec0-266b-4c67-b56e-2796d8f59c36</vt:lpwstr>
  </property>
  <property fmtid="{D5CDD505-2E9C-101B-9397-08002B2CF9AE}" pid="8" name="MSIP_Label_89608d83-f952-409d-b7c5-456515bbbf5a_ActionId">
    <vt:lpwstr>a97b24a6-2c20-49c4-8657-73030cd7c636</vt:lpwstr>
  </property>
  <property fmtid="{D5CDD505-2E9C-101B-9397-08002B2CF9AE}" pid="9" name="MSIP_Label_89608d83-f952-409d-b7c5-456515bbbf5a_ContentBits">
    <vt:lpwstr>0</vt:lpwstr>
  </property>
  <property fmtid="{D5CDD505-2E9C-101B-9397-08002B2CF9AE}" pid="10" name="MSIP_Label_89608d83-f952-409d-b7c5-456515bbbf5a_Tag">
    <vt:lpwstr>10, 0, 1, 1</vt:lpwstr>
  </property>
</Properties>
</file>